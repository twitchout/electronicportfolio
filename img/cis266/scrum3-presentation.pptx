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6C1C8C-6EA6-2113-EC2E-F75B2E746299}" v="2" dt="2026-03-29T23:32:40.035"/>
    <p1510:client id="{2C7F09A6-3D2E-4E06-AC91-3452BA2436AD}" v="51" dt="2026-03-29T23:31:23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51FE1-8268-4D1A-9449-C08180A87F60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A528C5B-138E-4814-8FFB-B7F30E9327B7}">
      <dgm:prSet custT="1"/>
      <dgm:spPr/>
      <dgm:t>
        <a:bodyPr/>
        <a:lstStyle/>
        <a:p>
          <a:r>
            <a:rPr lang="en-US" sz="3200"/>
            <a:t>- PHP (OOP)</a:t>
          </a:r>
        </a:p>
      </dgm:t>
    </dgm:pt>
    <dgm:pt modelId="{79A74DF9-97F0-4CE7-90F1-2325E55B437A}" type="parTrans" cxnId="{B73858CE-6BE7-4590-BBEE-1778B907B2A8}">
      <dgm:prSet/>
      <dgm:spPr/>
      <dgm:t>
        <a:bodyPr/>
        <a:lstStyle/>
        <a:p>
          <a:endParaRPr lang="en-US" sz="1200"/>
        </a:p>
      </dgm:t>
    </dgm:pt>
    <dgm:pt modelId="{624CA985-AD44-4D74-BA0C-22F8FE314CFE}" type="sibTrans" cxnId="{B73858CE-6BE7-4590-BBEE-1778B907B2A8}">
      <dgm:prSet/>
      <dgm:spPr/>
      <dgm:t>
        <a:bodyPr/>
        <a:lstStyle/>
        <a:p>
          <a:endParaRPr lang="en-US" sz="1200"/>
        </a:p>
      </dgm:t>
    </dgm:pt>
    <dgm:pt modelId="{9ECAFB40-3851-4ABD-A2CD-25DCF1831422}">
      <dgm:prSet custT="1"/>
      <dgm:spPr/>
      <dgm:t>
        <a:bodyPr/>
        <a:lstStyle/>
        <a:p>
          <a:r>
            <a:rPr lang="en-US" sz="3200"/>
            <a:t>- MySQL</a:t>
          </a:r>
        </a:p>
      </dgm:t>
    </dgm:pt>
    <dgm:pt modelId="{582A242C-D9EF-4981-85F2-CA3307FFBB51}" type="parTrans" cxnId="{54F7DF09-E578-42CA-8E1B-ACCAF63C8775}">
      <dgm:prSet/>
      <dgm:spPr/>
      <dgm:t>
        <a:bodyPr/>
        <a:lstStyle/>
        <a:p>
          <a:endParaRPr lang="en-US" sz="1200"/>
        </a:p>
      </dgm:t>
    </dgm:pt>
    <dgm:pt modelId="{2E79AF14-3462-4294-B580-8BE1C3DA1DCD}" type="sibTrans" cxnId="{54F7DF09-E578-42CA-8E1B-ACCAF63C8775}">
      <dgm:prSet/>
      <dgm:spPr/>
      <dgm:t>
        <a:bodyPr/>
        <a:lstStyle/>
        <a:p>
          <a:endParaRPr lang="en-US" sz="1200"/>
        </a:p>
      </dgm:t>
    </dgm:pt>
    <dgm:pt modelId="{C4DEFAC1-FE46-4A41-8168-493D6A792938}">
      <dgm:prSet custT="1"/>
      <dgm:spPr/>
      <dgm:t>
        <a:bodyPr/>
        <a:lstStyle/>
        <a:p>
          <a:r>
            <a:rPr lang="en-US" sz="3200"/>
            <a:t>- JavaScript (AJAX)</a:t>
          </a:r>
        </a:p>
      </dgm:t>
    </dgm:pt>
    <dgm:pt modelId="{3EF58FCC-E702-4FC0-B538-CCBC538FAF86}" type="parTrans" cxnId="{95514534-8030-44B6-A787-5D544052915A}">
      <dgm:prSet/>
      <dgm:spPr/>
      <dgm:t>
        <a:bodyPr/>
        <a:lstStyle/>
        <a:p>
          <a:endParaRPr lang="en-US" sz="1200"/>
        </a:p>
      </dgm:t>
    </dgm:pt>
    <dgm:pt modelId="{4A517EE2-E04F-4DA0-BDE5-7E28766D5B9D}" type="sibTrans" cxnId="{95514534-8030-44B6-A787-5D544052915A}">
      <dgm:prSet/>
      <dgm:spPr/>
      <dgm:t>
        <a:bodyPr/>
        <a:lstStyle/>
        <a:p>
          <a:endParaRPr lang="en-US" sz="1200"/>
        </a:p>
      </dgm:t>
    </dgm:pt>
    <dgm:pt modelId="{67129E5F-B375-43D9-A6E4-CA305583078E}">
      <dgm:prSet custT="1"/>
      <dgm:spPr/>
      <dgm:t>
        <a:bodyPr/>
        <a:lstStyle/>
        <a:p>
          <a:r>
            <a:rPr lang="en-US" sz="3200"/>
            <a:t>- HTML/CSS</a:t>
          </a:r>
        </a:p>
      </dgm:t>
    </dgm:pt>
    <dgm:pt modelId="{517C0AAC-B481-4E51-AE96-13122D067926}" type="parTrans" cxnId="{0C70AC51-3F0A-4905-A7EF-D6E8862E8336}">
      <dgm:prSet/>
      <dgm:spPr/>
      <dgm:t>
        <a:bodyPr/>
        <a:lstStyle/>
        <a:p>
          <a:endParaRPr lang="en-US" sz="1200"/>
        </a:p>
      </dgm:t>
    </dgm:pt>
    <dgm:pt modelId="{563CA534-C2BB-489C-9DD0-26173BA20D0C}" type="sibTrans" cxnId="{0C70AC51-3F0A-4905-A7EF-D6E8862E8336}">
      <dgm:prSet/>
      <dgm:spPr/>
      <dgm:t>
        <a:bodyPr/>
        <a:lstStyle/>
        <a:p>
          <a:endParaRPr lang="en-US" sz="1200"/>
        </a:p>
      </dgm:t>
    </dgm:pt>
    <dgm:pt modelId="{903FF84E-F153-4310-A643-5CFA63B05909}">
      <dgm:prSet custT="1"/>
      <dgm:spPr/>
      <dgm:t>
        <a:bodyPr/>
        <a:lstStyle/>
        <a:p>
          <a:r>
            <a:rPr lang="en-US" sz="3200"/>
            <a:t>- JSON APIs</a:t>
          </a:r>
        </a:p>
      </dgm:t>
    </dgm:pt>
    <dgm:pt modelId="{2DE0FBB3-C4E5-4000-93D5-ACF61B5F95ED}" type="parTrans" cxnId="{ED0E7965-E1D2-4966-A20F-9A557DD44041}">
      <dgm:prSet/>
      <dgm:spPr/>
      <dgm:t>
        <a:bodyPr/>
        <a:lstStyle/>
        <a:p>
          <a:endParaRPr lang="en-US" sz="1200"/>
        </a:p>
      </dgm:t>
    </dgm:pt>
    <dgm:pt modelId="{CE8C8599-F7F1-47F1-9519-037F47DFD16A}" type="sibTrans" cxnId="{ED0E7965-E1D2-4966-A20F-9A557DD44041}">
      <dgm:prSet/>
      <dgm:spPr/>
      <dgm:t>
        <a:bodyPr/>
        <a:lstStyle/>
        <a:p>
          <a:endParaRPr lang="en-US" sz="1200"/>
        </a:p>
      </dgm:t>
    </dgm:pt>
    <dgm:pt modelId="{E4CB44D9-ABCF-4668-B4F5-D0AF493CA712}" type="pres">
      <dgm:prSet presAssocID="{6E951FE1-8268-4D1A-9449-C08180A87F60}" presName="vert0" presStyleCnt="0">
        <dgm:presLayoutVars>
          <dgm:dir/>
          <dgm:animOne val="branch"/>
          <dgm:animLvl val="lvl"/>
        </dgm:presLayoutVars>
      </dgm:prSet>
      <dgm:spPr/>
    </dgm:pt>
    <dgm:pt modelId="{554108D8-3149-4024-BF90-AD53C9555D4F}" type="pres">
      <dgm:prSet presAssocID="{8A528C5B-138E-4814-8FFB-B7F30E9327B7}" presName="thickLine" presStyleLbl="alignNode1" presStyleIdx="0" presStyleCnt="5"/>
      <dgm:spPr/>
    </dgm:pt>
    <dgm:pt modelId="{EF73EFDD-4033-4CD8-96CD-44D5AA972764}" type="pres">
      <dgm:prSet presAssocID="{8A528C5B-138E-4814-8FFB-B7F30E9327B7}" presName="horz1" presStyleCnt="0"/>
      <dgm:spPr/>
    </dgm:pt>
    <dgm:pt modelId="{4E5ED8D3-77F1-49F0-9275-680C050549F7}" type="pres">
      <dgm:prSet presAssocID="{8A528C5B-138E-4814-8FFB-B7F30E9327B7}" presName="tx1" presStyleLbl="revTx" presStyleIdx="0" presStyleCnt="5"/>
      <dgm:spPr/>
    </dgm:pt>
    <dgm:pt modelId="{7590017A-FFB1-4E87-B2B8-A4C548EF26C6}" type="pres">
      <dgm:prSet presAssocID="{8A528C5B-138E-4814-8FFB-B7F30E9327B7}" presName="vert1" presStyleCnt="0"/>
      <dgm:spPr/>
    </dgm:pt>
    <dgm:pt modelId="{BA92C928-29D7-4CAE-9ADE-FB9A923B1C44}" type="pres">
      <dgm:prSet presAssocID="{9ECAFB40-3851-4ABD-A2CD-25DCF1831422}" presName="thickLine" presStyleLbl="alignNode1" presStyleIdx="1" presStyleCnt="5"/>
      <dgm:spPr/>
    </dgm:pt>
    <dgm:pt modelId="{CEECF8B0-2673-4C31-A91C-D212684FF1D9}" type="pres">
      <dgm:prSet presAssocID="{9ECAFB40-3851-4ABD-A2CD-25DCF1831422}" presName="horz1" presStyleCnt="0"/>
      <dgm:spPr/>
    </dgm:pt>
    <dgm:pt modelId="{ECE286B7-C9AC-4852-8149-ABB8BBC9B0C4}" type="pres">
      <dgm:prSet presAssocID="{9ECAFB40-3851-4ABD-A2CD-25DCF1831422}" presName="tx1" presStyleLbl="revTx" presStyleIdx="1" presStyleCnt="5"/>
      <dgm:spPr/>
    </dgm:pt>
    <dgm:pt modelId="{2FD1C19A-1E04-49B5-963F-502C2FB92951}" type="pres">
      <dgm:prSet presAssocID="{9ECAFB40-3851-4ABD-A2CD-25DCF1831422}" presName="vert1" presStyleCnt="0"/>
      <dgm:spPr/>
    </dgm:pt>
    <dgm:pt modelId="{413C5E60-99E4-4759-A817-5C015963A92F}" type="pres">
      <dgm:prSet presAssocID="{C4DEFAC1-FE46-4A41-8168-493D6A792938}" presName="thickLine" presStyleLbl="alignNode1" presStyleIdx="2" presStyleCnt="5"/>
      <dgm:spPr/>
    </dgm:pt>
    <dgm:pt modelId="{B5DE443B-129F-4BC0-AB44-AE3BF5207CB3}" type="pres">
      <dgm:prSet presAssocID="{C4DEFAC1-FE46-4A41-8168-493D6A792938}" presName="horz1" presStyleCnt="0"/>
      <dgm:spPr/>
    </dgm:pt>
    <dgm:pt modelId="{67A31DA7-5930-4C2C-B0FC-52A930A2A638}" type="pres">
      <dgm:prSet presAssocID="{C4DEFAC1-FE46-4A41-8168-493D6A792938}" presName="tx1" presStyleLbl="revTx" presStyleIdx="2" presStyleCnt="5"/>
      <dgm:spPr/>
    </dgm:pt>
    <dgm:pt modelId="{41407ED7-030F-46D1-B88C-2370B6046918}" type="pres">
      <dgm:prSet presAssocID="{C4DEFAC1-FE46-4A41-8168-493D6A792938}" presName="vert1" presStyleCnt="0"/>
      <dgm:spPr/>
    </dgm:pt>
    <dgm:pt modelId="{C0CDC70F-0047-4C4E-A1E9-37F9ECFE1CB6}" type="pres">
      <dgm:prSet presAssocID="{67129E5F-B375-43D9-A6E4-CA305583078E}" presName="thickLine" presStyleLbl="alignNode1" presStyleIdx="3" presStyleCnt="5"/>
      <dgm:spPr/>
    </dgm:pt>
    <dgm:pt modelId="{A1868676-4A59-4D9F-9EEB-70D21A14E550}" type="pres">
      <dgm:prSet presAssocID="{67129E5F-B375-43D9-A6E4-CA305583078E}" presName="horz1" presStyleCnt="0"/>
      <dgm:spPr/>
    </dgm:pt>
    <dgm:pt modelId="{FA3D1710-874C-4FB8-B0FE-2B33E517E2FC}" type="pres">
      <dgm:prSet presAssocID="{67129E5F-B375-43D9-A6E4-CA305583078E}" presName="tx1" presStyleLbl="revTx" presStyleIdx="3" presStyleCnt="5"/>
      <dgm:spPr/>
    </dgm:pt>
    <dgm:pt modelId="{69E7A717-2BD3-46B5-A66D-A4160276D949}" type="pres">
      <dgm:prSet presAssocID="{67129E5F-B375-43D9-A6E4-CA305583078E}" presName="vert1" presStyleCnt="0"/>
      <dgm:spPr/>
    </dgm:pt>
    <dgm:pt modelId="{3104B078-13E7-49E7-A232-D79723F25A57}" type="pres">
      <dgm:prSet presAssocID="{903FF84E-F153-4310-A643-5CFA63B05909}" presName="thickLine" presStyleLbl="alignNode1" presStyleIdx="4" presStyleCnt="5"/>
      <dgm:spPr/>
    </dgm:pt>
    <dgm:pt modelId="{AE3F136D-C3BD-4DD6-9D85-9BA190F06D56}" type="pres">
      <dgm:prSet presAssocID="{903FF84E-F153-4310-A643-5CFA63B05909}" presName="horz1" presStyleCnt="0"/>
      <dgm:spPr/>
    </dgm:pt>
    <dgm:pt modelId="{1A5B370C-7C1D-48BF-9B71-2D60207BEB02}" type="pres">
      <dgm:prSet presAssocID="{903FF84E-F153-4310-A643-5CFA63B05909}" presName="tx1" presStyleLbl="revTx" presStyleIdx="4" presStyleCnt="5"/>
      <dgm:spPr/>
    </dgm:pt>
    <dgm:pt modelId="{44D248CC-ECBA-4E0F-B459-56BB52841A63}" type="pres">
      <dgm:prSet presAssocID="{903FF84E-F153-4310-A643-5CFA63B05909}" presName="vert1" presStyleCnt="0"/>
      <dgm:spPr/>
    </dgm:pt>
  </dgm:ptLst>
  <dgm:cxnLst>
    <dgm:cxn modelId="{54F7DF09-E578-42CA-8E1B-ACCAF63C8775}" srcId="{6E951FE1-8268-4D1A-9449-C08180A87F60}" destId="{9ECAFB40-3851-4ABD-A2CD-25DCF1831422}" srcOrd="1" destOrd="0" parTransId="{582A242C-D9EF-4981-85F2-CA3307FFBB51}" sibTransId="{2E79AF14-3462-4294-B580-8BE1C3DA1DCD}"/>
    <dgm:cxn modelId="{7BCDB21D-69DF-41A7-BA06-9F6E3280B1CF}" type="presOf" srcId="{9ECAFB40-3851-4ABD-A2CD-25DCF1831422}" destId="{ECE286B7-C9AC-4852-8149-ABB8BBC9B0C4}" srcOrd="0" destOrd="0" presId="urn:microsoft.com/office/officeart/2008/layout/LinedList"/>
    <dgm:cxn modelId="{75A3A626-F957-44C8-BF22-2108BDAE25A6}" type="presOf" srcId="{C4DEFAC1-FE46-4A41-8168-493D6A792938}" destId="{67A31DA7-5930-4C2C-B0FC-52A930A2A638}" srcOrd="0" destOrd="0" presId="urn:microsoft.com/office/officeart/2008/layout/LinedList"/>
    <dgm:cxn modelId="{95514534-8030-44B6-A787-5D544052915A}" srcId="{6E951FE1-8268-4D1A-9449-C08180A87F60}" destId="{C4DEFAC1-FE46-4A41-8168-493D6A792938}" srcOrd="2" destOrd="0" parTransId="{3EF58FCC-E702-4FC0-B538-CCBC538FAF86}" sibTransId="{4A517EE2-E04F-4DA0-BDE5-7E28766D5B9D}"/>
    <dgm:cxn modelId="{ED0E7965-E1D2-4966-A20F-9A557DD44041}" srcId="{6E951FE1-8268-4D1A-9449-C08180A87F60}" destId="{903FF84E-F153-4310-A643-5CFA63B05909}" srcOrd="4" destOrd="0" parTransId="{2DE0FBB3-C4E5-4000-93D5-ACF61B5F95ED}" sibTransId="{CE8C8599-F7F1-47F1-9519-037F47DFD16A}"/>
    <dgm:cxn modelId="{4A455847-C701-4E20-927F-9C583751AE5B}" type="presOf" srcId="{6E951FE1-8268-4D1A-9449-C08180A87F60}" destId="{E4CB44D9-ABCF-4668-B4F5-D0AF493CA712}" srcOrd="0" destOrd="0" presId="urn:microsoft.com/office/officeart/2008/layout/LinedList"/>
    <dgm:cxn modelId="{0C70AC51-3F0A-4905-A7EF-D6E8862E8336}" srcId="{6E951FE1-8268-4D1A-9449-C08180A87F60}" destId="{67129E5F-B375-43D9-A6E4-CA305583078E}" srcOrd="3" destOrd="0" parTransId="{517C0AAC-B481-4E51-AE96-13122D067926}" sibTransId="{563CA534-C2BB-489C-9DD0-26173BA20D0C}"/>
    <dgm:cxn modelId="{2B39C089-0B5B-46DF-AC4F-EEAA39285753}" type="presOf" srcId="{8A528C5B-138E-4814-8FFB-B7F30E9327B7}" destId="{4E5ED8D3-77F1-49F0-9275-680C050549F7}" srcOrd="0" destOrd="0" presId="urn:microsoft.com/office/officeart/2008/layout/LinedList"/>
    <dgm:cxn modelId="{19D5EDA5-131A-4DA7-AE1B-D8BA864C3441}" type="presOf" srcId="{67129E5F-B375-43D9-A6E4-CA305583078E}" destId="{FA3D1710-874C-4FB8-B0FE-2B33E517E2FC}" srcOrd="0" destOrd="0" presId="urn:microsoft.com/office/officeart/2008/layout/LinedList"/>
    <dgm:cxn modelId="{8C7BBCAD-DECA-403F-98B1-052BCEAC9935}" type="presOf" srcId="{903FF84E-F153-4310-A643-5CFA63B05909}" destId="{1A5B370C-7C1D-48BF-9B71-2D60207BEB02}" srcOrd="0" destOrd="0" presId="urn:microsoft.com/office/officeart/2008/layout/LinedList"/>
    <dgm:cxn modelId="{B73858CE-6BE7-4590-BBEE-1778B907B2A8}" srcId="{6E951FE1-8268-4D1A-9449-C08180A87F60}" destId="{8A528C5B-138E-4814-8FFB-B7F30E9327B7}" srcOrd="0" destOrd="0" parTransId="{79A74DF9-97F0-4CE7-90F1-2325E55B437A}" sibTransId="{624CA985-AD44-4D74-BA0C-22F8FE314CFE}"/>
    <dgm:cxn modelId="{2EFDB63D-AAEF-4DF2-AFBE-067F9E4BA64A}" type="presParOf" srcId="{E4CB44D9-ABCF-4668-B4F5-D0AF493CA712}" destId="{554108D8-3149-4024-BF90-AD53C9555D4F}" srcOrd="0" destOrd="0" presId="urn:microsoft.com/office/officeart/2008/layout/LinedList"/>
    <dgm:cxn modelId="{B0A96E87-53ED-4B18-AB39-A731ED83C77A}" type="presParOf" srcId="{E4CB44D9-ABCF-4668-B4F5-D0AF493CA712}" destId="{EF73EFDD-4033-4CD8-96CD-44D5AA972764}" srcOrd="1" destOrd="0" presId="urn:microsoft.com/office/officeart/2008/layout/LinedList"/>
    <dgm:cxn modelId="{3CEA1AE4-5718-4B78-B4D0-1ED36D458A5A}" type="presParOf" srcId="{EF73EFDD-4033-4CD8-96CD-44D5AA972764}" destId="{4E5ED8D3-77F1-49F0-9275-680C050549F7}" srcOrd="0" destOrd="0" presId="urn:microsoft.com/office/officeart/2008/layout/LinedList"/>
    <dgm:cxn modelId="{176D12D1-D367-4322-87AD-4A946AD18D31}" type="presParOf" srcId="{EF73EFDD-4033-4CD8-96CD-44D5AA972764}" destId="{7590017A-FFB1-4E87-B2B8-A4C548EF26C6}" srcOrd="1" destOrd="0" presId="urn:microsoft.com/office/officeart/2008/layout/LinedList"/>
    <dgm:cxn modelId="{11442F34-F266-4881-8679-D2C1FAF2DBDE}" type="presParOf" srcId="{E4CB44D9-ABCF-4668-B4F5-D0AF493CA712}" destId="{BA92C928-29D7-4CAE-9ADE-FB9A923B1C44}" srcOrd="2" destOrd="0" presId="urn:microsoft.com/office/officeart/2008/layout/LinedList"/>
    <dgm:cxn modelId="{A5A09E9E-7D47-4647-A021-4DF564331361}" type="presParOf" srcId="{E4CB44D9-ABCF-4668-B4F5-D0AF493CA712}" destId="{CEECF8B0-2673-4C31-A91C-D212684FF1D9}" srcOrd="3" destOrd="0" presId="urn:microsoft.com/office/officeart/2008/layout/LinedList"/>
    <dgm:cxn modelId="{3A880B6C-E862-4264-A51D-770428FDBB5B}" type="presParOf" srcId="{CEECF8B0-2673-4C31-A91C-D212684FF1D9}" destId="{ECE286B7-C9AC-4852-8149-ABB8BBC9B0C4}" srcOrd="0" destOrd="0" presId="urn:microsoft.com/office/officeart/2008/layout/LinedList"/>
    <dgm:cxn modelId="{3FACF451-60BF-49BA-A844-1A607CDDC0B2}" type="presParOf" srcId="{CEECF8B0-2673-4C31-A91C-D212684FF1D9}" destId="{2FD1C19A-1E04-49B5-963F-502C2FB92951}" srcOrd="1" destOrd="0" presId="urn:microsoft.com/office/officeart/2008/layout/LinedList"/>
    <dgm:cxn modelId="{176F2E1E-8BDB-4F15-A495-65FE02A395A9}" type="presParOf" srcId="{E4CB44D9-ABCF-4668-B4F5-D0AF493CA712}" destId="{413C5E60-99E4-4759-A817-5C015963A92F}" srcOrd="4" destOrd="0" presId="urn:microsoft.com/office/officeart/2008/layout/LinedList"/>
    <dgm:cxn modelId="{EBD8FE7F-891A-4570-B72C-BDD74C281F62}" type="presParOf" srcId="{E4CB44D9-ABCF-4668-B4F5-D0AF493CA712}" destId="{B5DE443B-129F-4BC0-AB44-AE3BF5207CB3}" srcOrd="5" destOrd="0" presId="urn:microsoft.com/office/officeart/2008/layout/LinedList"/>
    <dgm:cxn modelId="{CBBC340B-2BAF-4DD4-9D96-3D54D4574A8F}" type="presParOf" srcId="{B5DE443B-129F-4BC0-AB44-AE3BF5207CB3}" destId="{67A31DA7-5930-4C2C-B0FC-52A930A2A638}" srcOrd="0" destOrd="0" presId="urn:microsoft.com/office/officeart/2008/layout/LinedList"/>
    <dgm:cxn modelId="{C3B18208-C1ED-4B48-B286-C2DFF2E4A285}" type="presParOf" srcId="{B5DE443B-129F-4BC0-AB44-AE3BF5207CB3}" destId="{41407ED7-030F-46D1-B88C-2370B6046918}" srcOrd="1" destOrd="0" presId="urn:microsoft.com/office/officeart/2008/layout/LinedList"/>
    <dgm:cxn modelId="{EFA5CEB4-AC98-4CA5-B200-ADAA0D5BA037}" type="presParOf" srcId="{E4CB44D9-ABCF-4668-B4F5-D0AF493CA712}" destId="{C0CDC70F-0047-4C4E-A1E9-37F9ECFE1CB6}" srcOrd="6" destOrd="0" presId="urn:microsoft.com/office/officeart/2008/layout/LinedList"/>
    <dgm:cxn modelId="{6CFB600F-60D0-4E7D-997D-922CF253CE10}" type="presParOf" srcId="{E4CB44D9-ABCF-4668-B4F5-D0AF493CA712}" destId="{A1868676-4A59-4D9F-9EEB-70D21A14E550}" srcOrd="7" destOrd="0" presId="urn:microsoft.com/office/officeart/2008/layout/LinedList"/>
    <dgm:cxn modelId="{23E985D1-8B90-45EC-B30E-C85B31E5C167}" type="presParOf" srcId="{A1868676-4A59-4D9F-9EEB-70D21A14E550}" destId="{FA3D1710-874C-4FB8-B0FE-2B33E517E2FC}" srcOrd="0" destOrd="0" presId="urn:microsoft.com/office/officeart/2008/layout/LinedList"/>
    <dgm:cxn modelId="{F4387703-C920-4E16-A6A1-760118E5F666}" type="presParOf" srcId="{A1868676-4A59-4D9F-9EEB-70D21A14E550}" destId="{69E7A717-2BD3-46B5-A66D-A4160276D949}" srcOrd="1" destOrd="0" presId="urn:microsoft.com/office/officeart/2008/layout/LinedList"/>
    <dgm:cxn modelId="{010B1446-4CAF-41C8-829B-F94007F2650C}" type="presParOf" srcId="{E4CB44D9-ABCF-4668-B4F5-D0AF493CA712}" destId="{3104B078-13E7-49E7-A232-D79723F25A57}" srcOrd="8" destOrd="0" presId="urn:microsoft.com/office/officeart/2008/layout/LinedList"/>
    <dgm:cxn modelId="{F0A3710E-2458-4DA6-901B-8A666636A771}" type="presParOf" srcId="{E4CB44D9-ABCF-4668-B4F5-D0AF493CA712}" destId="{AE3F136D-C3BD-4DD6-9D85-9BA190F06D56}" srcOrd="9" destOrd="0" presId="urn:microsoft.com/office/officeart/2008/layout/LinedList"/>
    <dgm:cxn modelId="{64640C1D-413B-441E-B99E-C1B82D23E11E}" type="presParOf" srcId="{AE3F136D-C3BD-4DD6-9D85-9BA190F06D56}" destId="{1A5B370C-7C1D-48BF-9B71-2D60207BEB02}" srcOrd="0" destOrd="0" presId="urn:microsoft.com/office/officeart/2008/layout/LinedList"/>
    <dgm:cxn modelId="{ADBBFC47-390D-4E51-AA03-660DA437BFC4}" type="presParOf" srcId="{AE3F136D-C3BD-4DD6-9D85-9BA190F06D56}" destId="{44D248CC-ECBA-4E0F-B459-56BB52841A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E65FA3-38D7-4053-AD36-A9101E6F53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ABE5B7-2887-41AC-BBA3-1B3FCF5A80F6}">
      <dgm:prSet/>
      <dgm:spPr/>
      <dgm:t>
        <a:bodyPr/>
        <a:lstStyle/>
        <a:p>
          <a:r>
            <a:rPr lang="en-US"/>
            <a:t>3 Tables:</a:t>
          </a:r>
        </a:p>
      </dgm:t>
    </dgm:pt>
    <dgm:pt modelId="{688328B8-1A7D-4DBF-8CCD-810B1D3F6C9A}" type="parTrans" cxnId="{9AB15871-9CEB-484B-B667-7F50CAC123F6}">
      <dgm:prSet/>
      <dgm:spPr/>
      <dgm:t>
        <a:bodyPr/>
        <a:lstStyle/>
        <a:p>
          <a:endParaRPr lang="en-US"/>
        </a:p>
      </dgm:t>
    </dgm:pt>
    <dgm:pt modelId="{68633536-CE0A-4B57-BA08-6FD141A1D48F}" type="sibTrans" cxnId="{9AB15871-9CEB-484B-B667-7F50CAC123F6}">
      <dgm:prSet/>
      <dgm:spPr/>
      <dgm:t>
        <a:bodyPr/>
        <a:lstStyle/>
        <a:p>
          <a:endParaRPr lang="en-US"/>
        </a:p>
      </dgm:t>
    </dgm:pt>
    <dgm:pt modelId="{18E809AA-CF93-456C-98BA-9EE36F82E5CA}">
      <dgm:prSet/>
      <dgm:spPr/>
      <dgm:t>
        <a:bodyPr/>
        <a:lstStyle/>
        <a:p>
          <a:r>
            <a:rPr lang="en-US"/>
            <a:t>- Directors</a:t>
          </a:r>
        </a:p>
      </dgm:t>
    </dgm:pt>
    <dgm:pt modelId="{C4424B51-B480-45D8-9616-436D587F886A}" type="parTrans" cxnId="{4773B3AA-4561-46D1-990A-843F42A8F3D8}">
      <dgm:prSet/>
      <dgm:spPr/>
      <dgm:t>
        <a:bodyPr/>
        <a:lstStyle/>
        <a:p>
          <a:endParaRPr lang="en-US"/>
        </a:p>
      </dgm:t>
    </dgm:pt>
    <dgm:pt modelId="{F9AFABF8-FF81-40D1-AA95-1A851AE4C553}" type="sibTrans" cxnId="{4773B3AA-4561-46D1-990A-843F42A8F3D8}">
      <dgm:prSet/>
      <dgm:spPr/>
      <dgm:t>
        <a:bodyPr/>
        <a:lstStyle/>
        <a:p>
          <a:endParaRPr lang="en-US"/>
        </a:p>
      </dgm:t>
    </dgm:pt>
    <dgm:pt modelId="{17AA8482-C4E1-44B4-B418-1BB602874714}">
      <dgm:prSet/>
      <dgm:spPr/>
      <dgm:t>
        <a:bodyPr/>
        <a:lstStyle/>
        <a:p>
          <a:r>
            <a:rPr lang="en-US"/>
            <a:t>- Movies</a:t>
          </a:r>
        </a:p>
      </dgm:t>
    </dgm:pt>
    <dgm:pt modelId="{BA80D99C-8978-4AF1-9FA7-1EA1AEC5300F}" type="parTrans" cxnId="{3A823D04-28A7-4C39-9024-29376D64A364}">
      <dgm:prSet/>
      <dgm:spPr/>
      <dgm:t>
        <a:bodyPr/>
        <a:lstStyle/>
        <a:p>
          <a:endParaRPr lang="en-US"/>
        </a:p>
      </dgm:t>
    </dgm:pt>
    <dgm:pt modelId="{9EE9AEC5-29FF-4D2F-9BA3-3BCDF75E1E09}" type="sibTrans" cxnId="{3A823D04-28A7-4C39-9024-29376D64A364}">
      <dgm:prSet/>
      <dgm:spPr/>
      <dgm:t>
        <a:bodyPr/>
        <a:lstStyle/>
        <a:p>
          <a:endParaRPr lang="en-US"/>
        </a:p>
      </dgm:t>
    </dgm:pt>
    <dgm:pt modelId="{848B0A6E-22AD-4443-8294-044C2C94572B}">
      <dgm:prSet/>
      <dgm:spPr/>
      <dgm:t>
        <a:bodyPr/>
        <a:lstStyle/>
        <a:p>
          <a:r>
            <a:rPr lang="en-US"/>
            <a:t>- Reviews</a:t>
          </a:r>
        </a:p>
      </dgm:t>
    </dgm:pt>
    <dgm:pt modelId="{C5C01FB7-734F-4238-8D25-4DB3DA94F4DF}" type="parTrans" cxnId="{20892026-2539-442F-888D-BF27C676D7F8}">
      <dgm:prSet/>
      <dgm:spPr/>
      <dgm:t>
        <a:bodyPr/>
        <a:lstStyle/>
        <a:p>
          <a:endParaRPr lang="en-US"/>
        </a:p>
      </dgm:t>
    </dgm:pt>
    <dgm:pt modelId="{E09CDDB4-8D01-4AFC-87B4-6B9CCFAF05B7}" type="sibTrans" cxnId="{20892026-2539-442F-888D-BF27C676D7F8}">
      <dgm:prSet/>
      <dgm:spPr/>
      <dgm:t>
        <a:bodyPr/>
        <a:lstStyle/>
        <a:p>
          <a:endParaRPr lang="en-US"/>
        </a:p>
      </dgm:t>
    </dgm:pt>
    <dgm:pt modelId="{D6643A2C-0997-4BE6-9282-5C602654F674}">
      <dgm:prSet/>
      <dgm:spPr/>
      <dgm:t>
        <a:bodyPr/>
        <a:lstStyle/>
        <a:p>
          <a:r>
            <a:rPr lang="en-US"/>
            <a:t>Each table has 5+ fields and 7+ records</a:t>
          </a:r>
        </a:p>
      </dgm:t>
    </dgm:pt>
    <dgm:pt modelId="{91001CB4-CA7B-4766-889D-9FD18ACBDCFD}" type="parTrans" cxnId="{50B9FDDD-85A3-418C-9C79-A096F9F1B063}">
      <dgm:prSet/>
      <dgm:spPr/>
      <dgm:t>
        <a:bodyPr/>
        <a:lstStyle/>
        <a:p>
          <a:endParaRPr lang="en-US"/>
        </a:p>
      </dgm:t>
    </dgm:pt>
    <dgm:pt modelId="{C61DAA73-14F2-4F81-8087-DF7F201D9B49}" type="sibTrans" cxnId="{50B9FDDD-85A3-418C-9C79-A096F9F1B063}">
      <dgm:prSet/>
      <dgm:spPr/>
      <dgm:t>
        <a:bodyPr/>
        <a:lstStyle/>
        <a:p>
          <a:endParaRPr lang="en-US"/>
        </a:p>
      </dgm:t>
    </dgm:pt>
    <dgm:pt modelId="{F4404B56-4CDE-467E-BA3E-2CB5356FEBB1}" type="pres">
      <dgm:prSet presAssocID="{FEE65FA3-38D7-4053-AD36-A9101E6F536C}" presName="root" presStyleCnt="0">
        <dgm:presLayoutVars>
          <dgm:dir/>
          <dgm:resizeHandles val="exact"/>
        </dgm:presLayoutVars>
      </dgm:prSet>
      <dgm:spPr/>
    </dgm:pt>
    <dgm:pt modelId="{DC79C0C5-DF92-4ED2-BE8D-440621BEF8EA}" type="pres">
      <dgm:prSet presAssocID="{E8ABE5B7-2887-41AC-BBA3-1B3FCF5A80F6}" presName="compNode" presStyleCnt="0"/>
      <dgm:spPr/>
    </dgm:pt>
    <dgm:pt modelId="{3EA5AE70-36EB-41AC-8374-7C36577194AD}" type="pres">
      <dgm:prSet presAssocID="{E8ABE5B7-2887-41AC-BBA3-1B3FCF5A80F6}" presName="bgRect" presStyleLbl="bgShp" presStyleIdx="0" presStyleCnt="5"/>
      <dgm:spPr/>
    </dgm:pt>
    <dgm:pt modelId="{8B5CE79B-0860-4BEB-AD44-5F0A221F35D4}" type="pres">
      <dgm:prSet presAssocID="{E8ABE5B7-2887-41AC-BBA3-1B3FCF5A80F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9F7E9E1-5A1A-4BE7-9CA3-258D60A164DB}" type="pres">
      <dgm:prSet presAssocID="{E8ABE5B7-2887-41AC-BBA3-1B3FCF5A80F6}" presName="spaceRect" presStyleCnt="0"/>
      <dgm:spPr/>
    </dgm:pt>
    <dgm:pt modelId="{BDF635DE-6E7F-4F46-B867-47D050DF18E7}" type="pres">
      <dgm:prSet presAssocID="{E8ABE5B7-2887-41AC-BBA3-1B3FCF5A80F6}" presName="parTx" presStyleLbl="revTx" presStyleIdx="0" presStyleCnt="5">
        <dgm:presLayoutVars>
          <dgm:chMax val="0"/>
          <dgm:chPref val="0"/>
        </dgm:presLayoutVars>
      </dgm:prSet>
      <dgm:spPr/>
    </dgm:pt>
    <dgm:pt modelId="{BD467F82-E81E-49AA-8DC6-33F607C68FE4}" type="pres">
      <dgm:prSet presAssocID="{68633536-CE0A-4B57-BA08-6FD141A1D48F}" presName="sibTrans" presStyleCnt="0"/>
      <dgm:spPr/>
    </dgm:pt>
    <dgm:pt modelId="{C7D54BD5-FC70-45C9-866F-011FE6699600}" type="pres">
      <dgm:prSet presAssocID="{18E809AA-CF93-456C-98BA-9EE36F82E5CA}" presName="compNode" presStyleCnt="0"/>
      <dgm:spPr/>
    </dgm:pt>
    <dgm:pt modelId="{F17E0444-390B-4125-B93E-36CC6412C313}" type="pres">
      <dgm:prSet presAssocID="{18E809AA-CF93-456C-98BA-9EE36F82E5CA}" presName="bgRect" presStyleLbl="bgShp" presStyleIdx="1" presStyleCnt="5"/>
      <dgm:spPr/>
    </dgm:pt>
    <dgm:pt modelId="{B27F658D-E411-43A5-A05F-630F439904BE}" type="pres">
      <dgm:prSet presAssocID="{18E809AA-CF93-456C-98BA-9EE36F82E5C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F1D8901A-F622-47EB-A456-73E2B1FE3618}" type="pres">
      <dgm:prSet presAssocID="{18E809AA-CF93-456C-98BA-9EE36F82E5CA}" presName="spaceRect" presStyleCnt="0"/>
      <dgm:spPr/>
    </dgm:pt>
    <dgm:pt modelId="{19924729-B3AA-4521-96DB-92AC9A69415E}" type="pres">
      <dgm:prSet presAssocID="{18E809AA-CF93-456C-98BA-9EE36F82E5CA}" presName="parTx" presStyleLbl="revTx" presStyleIdx="1" presStyleCnt="5">
        <dgm:presLayoutVars>
          <dgm:chMax val="0"/>
          <dgm:chPref val="0"/>
        </dgm:presLayoutVars>
      </dgm:prSet>
      <dgm:spPr/>
    </dgm:pt>
    <dgm:pt modelId="{2A23012C-B14D-4E86-8AB0-7F6C3FD9DDE7}" type="pres">
      <dgm:prSet presAssocID="{F9AFABF8-FF81-40D1-AA95-1A851AE4C553}" presName="sibTrans" presStyleCnt="0"/>
      <dgm:spPr/>
    </dgm:pt>
    <dgm:pt modelId="{789795F1-0C5A-41D8-9EC6-F3B7BB3B1BA8}" type="pres">
      <dgm:prSet presAssocID="{17AA8482-C4E1-44B4-B418-1BB602874714}" presName="compNode" presStyleCnt="0"/>
      <dgm:spPr/>
    </dgm:pt>
    <dgm:pt modelId="{8E154167-57AD-4E40-8B52-BE093B53A571}" type="pres">
      <dgm:prSet presAssocID="{17AA8482-C4E1-44B4-B418-1BB602874714}" presName="bgRect" presStyleLbl="bgShp" presStyleIdx="2" presStyleCnt="5"/>
      <dgm:spPr/>
    </dgm:pt>
    <dgm:pt modelId="{4CF7A8B2-11F8-44BA-B3D5-203DB478A2F3}" type="pres">
      <dgm:prSet presAssocID="{17AA8482-C4E1-44B4-B418-1BB60287471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BB018160-5439-4E81-928A-932A1A5DAE9D}" type="pres">
      <dgm:prSet presAssocID="{17AA8482-C4E1-44B4-B418-1BB602874714}" presName="spaceRect" presStyleCnt="0"/>
      <dgm:spPr/>
    </dgm:pt>
    <dgm:pt modelId="{4ACC5C29-8FAA-4925-8F0C-3AA2FDA8FA16}" type="pres">
      <dgm:prSet presAssocID="{17AA8482-C4E1-44B4-B418-1BB602874714}" presName="parTx" presStyleLbl="revTx" presStyleIdx="2" presStyleCnt="5">
        <dgm:presLayoutVars>
          <dgm:chMax val="0"/>
          <dgm:chPref val="0"/>
        </dgm:presLayoutVars>
      </dgm:prSet>
      <dgm:spPr/>
    </dgm:pt>
    <dgm:pt modelId="{695FCD9D-B1E9-4D89-84E2-C0ADD87F502C}" type="pres">
      <dgm:prSet presAssocID="{9EE9AEC5-29FF-4D2F-9BA3-3BCDF75E1E09}" presName="sibTrans" presStyleCnt="0"/>
      <dgm:spPr/>
    </dgm:pt>
    <dgm:pt modelId="{7288F1CE-7CD3-44EB-90AB-E0E3A2AE38DE}" type="pres">
      <dgm:prSet presAssocID="{848B0A6E-22AD-4443-8294-044C2C94572B}" presName="compNode" presStyleCnt="0"/>
      <dgm:spPr/>
    </dgm:pt>
    <dgm:pt modelId="{EDDDBBF6-8507-4F64-ACCA-DBD03AA042B2}" type="pres">
      <dgm:prSet presAssocID="{848B0A6E-22AD-4443-8294-044C2C94572B}" presName="bgRect" presStyleLbl="bgShp" presStyleIdx="3" presStyleCnt="5"/>
      <dgm:spPr/>
    </dgm:pt>
    <dgm:pt modelId="{C0F71EB5-C083-4C4D-BF07-E00B1E68B67D}" type="pres">
      <dgm:prSet presAssocID="{848B0A6E-22AD-4443-8294-044C2C94572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2CF16016-9592-405D-A6EC-7023F2BB9EB4}" type="pres">
      <dgm:prSet presAssocID="{848B0A6E-22AD-4443-8294-044C2C94572B}" presName="spaceRect" presStyleCnt="0"/>
      <dgm:spPr/>
    </dgm:pt>
    <dgm:pt modelId="{B85BDB94-3B13-4FAF-BA4A-B702DE8C4C89}" type="pres">
      <dgm:prSet presAssocID="{848B0A6E-22AD-4443-8294-044C2C94572B}" presName="parTx" presStyleLbl="revTx" presStyleIdx="3" presStyleCnt="5">
        <dgm:presLayoutVars>
          <dgm:chMax val="0"/>
          <dgm:chPref val="0"/>
        </dgm:presLayoutVars>
      </dgm:prSet>
      <dgm:spPr/>
    </dgm:pt>
    <dgm:pt modelId="{5E163982-61F3-4C86-9F03-1B66FBEF262A}" type="pres">
      <dgm:prSet presAssocID="{E09CDDB4-8D01-4AFC-87B4-6B9CCFAF05B7}" presName="sibTrans" presStyleCnt="0"/>
      <dgm:spPr/>
    </dgm:pt>
    <dgm:pt modelId="{CB473622-4D33-40F8-B440-BF6D87473B35}" type="pres">
      <dgm:prSet presAssocID="{D6643A2C-0997-4BE6-9282-5C602654F674}" presName="compNode" presStyleCnt="0"/>
      <dgm:spPr/>
    </dgm:pt>
    <dgm:pt modelId="{33915642-CAB3-4590-A8B4-8ED07768716D}" type="pres">
      <dgm:prSet presAssocID="{D6643A2C-0997-4BE6-9282-5C602654F674}" presName="bgRect" presStyleLbl="bgShp" presStyleIdx="4" presStyleCnt="5"/>
      <dgm:spPr/>
    </dgm:pt>
    <dgm:pt modelId="{BEA01D7D-25EE-4EE5-8D5A-7CFFA2851BC4}" type="pres">
      <dgm:prSet presAssocID="{D6643A2C-0997-4BE6-9282-5C602654F67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EADF8B4-2F95-4E38-97AE-A760C0373511}" type="pres">
      <dgm:prSet presAssocID="{D6643A2C-0997-4BE6-9282-5C602654F674}" presName="spaceRect" presStyleCnt="0"/>
      <dgm:spPr/>
    </dgm:pt>
    <dgm:pt modelId="{AFA0EC9B-2CF8-4D4D-A2F6-D370B3AEE34C}" type="pres">
      <dgm:prSet presAssocID="{D6643A2C-0997-4BE6-9282-5C602654F67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A823D04-28A7-4C39-9024-29376D64A364}" srcId="{FEE65FA3-38D7-4053-AD36-A9101E6F536C}" destId="{17AA8482-C4E1-44B4-B418-1BB602874714}" srcOrd="2" destOrd="0" parTransId="{BA80D99C-8978-4AF1-9FA7-1EA1AEC5300F}" sibTransId="{9EE9AEC5-29FF-4D2F-9BA3-3BCDF75E1E09}"/>
    <dgm:cxn modelId="{53017B04-A73C-4C31-A7CD-B720028CF357}" type="presOf" srcId="{D6643A2C-0997-4BE6-9282-5C602654F674}" destId="{AFA0EC9B-2CF8-4D4D-A2F6-D370B3AEE34C}" srcOrd="0" destOrd="0" presId="urn:microsoft.com/office/officeart/2018/2/layout/IconVerticalSolidList"/>
    <dgm:cxn modelId="{C5E4A808-B016-4463-80B2-11D4AEDF06CF}" type="presOf" srcId="{848B0A6E-22AD-4443-8294-044C2C94572B}" destId="{B85BDB94-3B13-4FAF-BA4A-B702DE8C4C89}" srcOrd="0" destOrd="0" presId="urn:microsoft.com/office/officeart/2018/2/layout/IconVerticalSolidList"/>
    <dgm:cxn modelId="{20892026-2539-442F-888D-BF27C676D7F8}" srcId="{FEE65FA3-38D7-4053-AD36-A9101E6F536C}" destId="{848B0A6E-22AD-4443-8294-044C2C94572B}" srcOrd="3" destOrd="0" parTransId="{C5C01FB7-734F-4238-8D25-4DB3DA94F4DF}" sibTransId="{E09CDDB4-8D01-4AFC-87B4-6B9CCFAF05B7}"/>
    <dgm:cxn modelId="{B3E1825E-76F8-407E-9FAC-DDD01CD17FD4}" type="presOf" srcId="{FEE65FA3-38D7-4053-AD36-A9101E6F536C}" destId="{F4404B56-4CDE-467E-BA3E-2CB5356FEBB1}" srcOrd="0" destOrd="0" presId="urn:microsoft.com/office/officeart/2018/2/layout/IconVerticalSolidList"/>
    <dgm:cxn modelId="{9AB15871-9CEB-484B-B667-7F50CAC123F6}" srcId="{FEE65FA3-38D7-4053-AD36-A9101E6F536C}" destId="{E8ABE5B7-2887-41AC-BBA3-1B3FCF5A80F6}" srcOrd="0" destOrd="0" parTransId="{688328B8-1A7D-4DBF-8CCD-810B1D3F6C9A}" sibTransId="{68633536-CE0A-4B57-BA08-6FD141A1D48F}"/>
    <dgm:cxn modelId="{4773B3AA-4561-46D1-990A-843F42A8F3D8}" srcId="{FEE65FA3-38D7-4053-AD36-A9101E6F536C}" destId="{18E809AA-CF93-456C-98BA-9EE36F82E5CA}" srcOrd="1" destOrd="0" parTransId="{C4424B51-B480-45D8-9616-436D587F886A}" sibTransId="{F9AFABF8-FF81-40D1-AA95-1A851AE4C553}"/>
    <dgm:cxn modelId="{85F78AB2-89F9-4D4E-BE35-CF23F814278D}" type="presOf" srcId="{18E809AA-CF93-456C-98BA-9EE36F82E5CA}" destId="{19924729-B3AA-4521-96DB-92AC9A69415E}" srcOrd="0" destOrd="0" presId="urn:microsoft.com/office/officeart/2018/2/layout/IconVerticalSolidList"/>
    <dgm:cxn modelId="{CB3F0FB8-1CB0-40AE-96AD-8E09E7207DC1}" type="presOf" srcId="{E8ABE5B7-2887-41AC-BBA3-1B3FCF5A80F6}" destId="{BDF635DE-6E7F-4F46-B867-47D050DF18E7}" srcOrd="0" destOrd="0" presId="urn:microsoft.com/office/officeart/2018/2/layout/IconVerticalSolidList"/>
    <dgm:cxn modelId="{50B9FDDD-85A3-418C-9C79-A096F9F1B063}" srcId="{FEE65FA3-38D7-4053-AD36-A9101E6F536C}" destId="{D6643A2C-0997-4BE6-9282-5C602654F674}" srcOrd="4" destOrd="0" parTransId="{91001CB4-CA7B-4766-889D-9FD18ACBDCFD}" sibTransId="{C61DAA73-14F2-4F81-8087-DF7F201D9B49}"/>
    <dgm:cxn modelId="{02C3E4F9-B988-4846-B025-8813466B7453}" type="presOf" srcId="{17AA8482-C4E1-44B4-B418-1BB602874714}" destId="{4ACC5C29-8FAA-4925-8F0C-3AA2FDA8FA16}" srcOrd="0" destOrd="0" presId="urn:microsoft.com/office/officeart/2018/2/layout/IconVerticalSolidList"/>
    <dgm:cxn modelId="{56F0D8AC-AB2B-44A6-A6D6-615E31B8008A}" type="presParOf" srcId="{F4404B56-4CDE-467E-BA3E-2CB5356FEBB1}" destId="{DC79C0C5-DF92-4ED2-BE8D-440621BEF8EA}" srcOrd="0" destOrd="0" presId="urn:microsoft.com/office/officeart/2018/2/layout/IconVerticalSolidList"/>
    <dgm:cxn modelId="{90680759-4D72-4FB2-83D4-3742D28D76E0}" type="presParOf" srcId="{DC79C0C5-DF92-4ED2-BE8D-440621BEF8EA}" destId="{3EA5AE70-36EB-41AC-8374-7C36577194AD}" srcOrd="0" destOrd="0" presId="urn:microsoft.com/office/officeart/2018/2/layout/IconVerticalSolidList"/>
    <dgm:cxn modelId="{78D8EA4F-2D3B-4A87-A211-41B813EFB4B3}" type="presParOf" srcId="{DC79C0C5-DF92-4ED2-BE8D-440621BEF8EA}" destId="{8B5CE79B-0860-4BEB-AD44-5F0A221F35D4}" srcOrd="1" destOrd="0" presId="urn:microsoft.com/office/officeart/2018/2/layout/IconVerticalSolidList"/>
    <dgm:cxn modelId="{6749F1C8-4C46-46A6-A709-A3A8366566D4}" type="presParOf" srcId="{DC79C0C5-DF92-4ED2-BE8D-440621BEF8EA}" destId="{19F7E9E1-5A1A-4BE7-9CA3-258D60A164DB}" srcOrd="2" destOrd="0" presId="urn:microsoft.com/office/officeart/2018/2/layout/IconVerticalSolidList"/>
    <dgm:cxn modelId="{D89F39B4-B61C-43BA-A569-679A56CA88E8}" type="presParOf" srcId="{DC79C0C5-DF92-4ED2-BE8D-440621BEF8EA}" destId="{BDF635DE-6E7F-4F46-B867-47D050DF18E7}" srcOrd="3" destOrd="0" presId="urn:microsoft.com/office/officeart/2018/2/layout/IconVerticalSolidList"/>
    <dgm:cxn modelId="{57B4F2EE-8C1F-4C3B-9EE9-26BFA41514E4}" type="presParOf" srcId="{F4404B56-4CDE-467E-BA3E-2CB5356FEBB1}" destId="{BD467F82-E81E-49AA-8DC6-33F607C68FE4}" srcOrd="1" destOrd="0" presId="urn:microsoft.com/office/officeart/2018/2/layout/IconVerticalSolidList"/>
    <dgm:cxn modelId="{65408C26-E76F-4DF6-973D-CAB47C092F50}" type="presParOf" srcId="{F4404B56-4CDE-467E-BA3E-2CB5356FEBB1}" destId="{C7D54BD5-FC70-45C9-866F-011FE6699600}" srcOrd="2" destOrd="0" presId="urn:microsoft.com/office/officeart/2018/2/layout/IconVerticalSolidList"/>
    <dgm:cxn modelId="{5769F5F8-1F54-4CA2-93A5-DC7507E707EB}" type="presParOf" srcId="{C7D54BD5-FC70-45C9-866F-011FE6699600}" destId="{F17E0444-390B-4125-B93E-36CC6412C313}" srcOrd="0" destOrd="0" presId="urn:microsoft.com/office/officeart/2018/2/layout/IconVerticalSolidList"/>
    <dgm:cxn modelId="{1FD95432-976F-423C-85FA-FF918A469546}" type="presParOf" srcId="{C7D54BD5-FC70-45C9-866F-011FE6699600}" destId="{B27F658D-E411-43A5-A05F-630F439904BE}" srcOrd="1" destOrd="0" presId="urn:microsoft.com/office/officeart/2018/2/layout/IconVerticalSolidList"/>
    <dgm:cxn modelId="{D91CF589-BE79-419A-864B-042207A9DE44}" type="presParOf" srcId="{C7D54BD5-FC70-45C9-866F-011FE6699600}" destId="{F1D8901A-F622-47EB-A456-73E2B1FE3618}" srcOrd="2" destOrd="0" presId="urn:microsoft.com/office/officeart/2018/2/layout/IconVerticalSolidList"/>
    <dgm:cxn modelId="{B0289783-3B26-4037-BE2B-C3BDFF93AD3B}" type="presParOf" srcId="{C7D54BD5-FC70-45C9-866F-011FE6699600}" destId="{19924729-B3AA-4521-96DB-92AC9A69415E}" srcOrd="3" destOrd="0" presId="urn:microsoft.com/office/officeart/2018/2/layout/IconVerticalSolidList"/>
    <dgm:cxn modelId="{EDA48E03-3962-4D80-AF75-647EE04EE606}" type="presParOf" srcId="{F4404B56-4CDE-467E-BA3E-2CB5356FEBB1}" destId="{2A23012C-B14D-4E86-8AB0-7F6C3FD9DDE7}" srcOrd="3" destOrd="0" presId="urn:microsoft.com/office/officeart/2018/2/layout/IconVerticalSolidList"/>
    <dgm:cxn modelId="{4431B030-A916-4E33-AFF4-D7477ECD9BC3}" type="presParOf" srcId="{F4404B56-4CDE-467E-BA3E-2CB5356FEBB1}" destId="{789795F1-0C5A-41D8-9EC6-F3B7BB3B1BA8}" srcOrd="4" destOrd="0" presId="urn:microsoft.com/office/officeart/2018/2/layout/IconVerticalSolidList"/>
    <dgm:cxn modelId="{F50EACE9-6CCA-45DA-88E1-7C79E783B2D9}" type="presParOf" srcId="{789795F1-0C5A-41D8-9EC6-F3B7BB3B1BA8}" destId="{8E154167-57AD-4E40-8B52-BE093B53A571}" srcOrd="0" destOrd="0" presId="urn:microsoft.com/office/officeart/2018/2/layout/IconVerticalSolidList"/>
    <dgm:cxn modelId="{6AADBF6E-C20D-4EEA-A74D-EDF28C0111E9}" type="presParOf" srcId="{789795F1-0C5A-41D8-9EC6-F3B7BB3B1BA8}" destId="{4CF7A8B2-11F8-44BA-B3D5-203DB478A2F3}" srcOrd="1" destOrd="0" presId="urn:microsoft.com/office/officeart/2018/2/layout/IconVerticalSolidList"/>
    <dgm:cxn modelId="{869FE038-1652-414E-A339-0993398B87A5}" type="presParOf" srcId="{789795F1-0C5A-41D8-9EC6-F3B7BB3B1BA8}" destId="{BB018160-5439-4E81-928A-932A1A5DAE9D}" srcOrd="2" destOrd="0" presId="urn:microsoft.com/office/officeart/2018/2/layout/IconVerticalSolidList"/>
    <dgm:cxn modelId="{DE6D7EF6-FA10-46B8-8F01-9DACCB0E4A16}" type="presParOf" srcId="{789795F1-0C5A-41D8-9EC6-F3B7BB3B1BA8}" destId="{4ACC5C29-8FAA-4925-8F0C-3AA2FDA8FA16}" srcOrd="3" destOrd="0" presId="urn:microsoft.com/office/officeart/2018/2/layout/IconVerticalSolidList"/>
    <dgm:cxn modelId="{834BD9D6-82C3-4E00-B8BC-B602AEC2E8C8}" type="presParOf" srcId="{F4404B56-4CDE-467E-BA3E-2CB5356FEBB1}" destId="{695FCD9D-B1E9-4D89-84E2-C0ADD87F502C}" srcOrd="5" destOrd="0" presId="urn:microsoft.com/office/officeart/2018/2/layout/IconVerticalSolidList"/>
    <dgm:cxn modelId="{BE15D2D6-FF22-4941-AE83-5BFAE427330E}" type="presParOf" srcId="{F4404B56-4CDE-467E-BA3E-2CB5356FEBB1}" destId="{7288F1CE-7CD3-44EB-90AB-E0E3A2AE38DE}" srcOrd="6" destOrd="0" presId="urn:microsoft.com/office/officeart/2018/2/layout/IconVerticalSolidList"/>
    <dgm:cxn modelId="{58774945-16CE-4154-8F17-127835E77D44}" type="presParOf" srcId="{7288F1CE-7CD3-44EB-90AB-E0E3A2AE38DE}" destId="{EDDDBBF6-8507-4F64-ACCA-DBD03AA042B2}" srcOrd="0" destOrd="0" presId="urn:microsoft.com/office/officeart/2018/2/layout/IconVerticalSolidList"/>
    <dgm:cxn modelId="{9BBF4D91-7F62-4FAC-95B8-50F1F6806CDF}" type="presParOf" srcId="{7288F1CE-7CD3-44EB-90AB-E0E3A2AE38DE}" destId="{C0F71EB5-C083-4C4D-BF07-E00B1E68B67D}" srcOrd="1" destOrd="0" presId="urn:microsoft.com/office/officeart/2018/2/layout/IconVerticalSolidList"/>
    <dgm:cxn modelId="{4987D1BF-505B-4DDB-B4F4-2125E4A34A5C}" type="presParOf" srcId="{7288F1CE-7CD3-44EB-90AB-E0E3A2AE38DE}" destId="{2CF16016-9592-405D-A6EC-7023F2BB9EB4}" srcOrd="2" destOrd="0" presId="urn:microsoft.com/office/officeart/2018/2/layout/IconVerticalSolidList"/>
    <dgm:cxn modelId="{CF758B57-1D7B-40C3-868E-8770FF0EA030}" type="presParOf" srcId="{7288F1CE-7CD3-44EB-90AB-E0E3A2AE38DE}" destId="{B85BDB94-3B13-4FAF-BA4A-B702DE8C4C89}" srcOrd="3" destOrd="0" presId="urn:microsoft.com/office/officeart/2018/2/layout/IconVerticalSolidList"/>
    <dgm:cxn modelId="{01748063-FF89-4C21-8628-BB729D20EF1C}" type="presParOf" srcId="{F4404B56-4CDE-467E-BA3E-2CB5356FEBB1}" destId="{5E163982-61F3-4C86-9F03-1B66FBEF262A}" srcOrd="7" destOrd="0" presId="urn:microsoft.com/office/officeart/2018/2/layout/IconVerticalSolidList"/>
    <dgm:cxn modelId="{C9D6566C-42A7-4B8C-8A63-418116D2CAD9}" type="presParOf" srcId="{F4404B56-4CDE-467E-BA3E-2CB5356FEBB1}" destId="{CB473622-4D33-40F8-B440-BF6D87473B35}" srcOrd="8" destOrd="0" presId="urn:microsoft.com/office/officeart/2018/2/layout/IconVerticalSolidList"/>
    <dgm:cxn modelId="{1FF8A5E7-708F-471F-9213-B86851C1C487}" type="presParOf" srcId="{CB473622-4D33-40F8-B440-BF6D87473B35}" destId="{33915642-CAB3-4590-A8B4-8ED07768716D}" srcOrd="0" destOrd="0" presId="urn:microsoft.com/office/officeart/2018/2/layout/IconVerticalSolidList"/>
    <dgm:cxn modelId="{6B706B08-4C9F-47EA-9148-9C77D08C0E84}" type="presParOf" srcId="{CB473622-4D33-40F8-B440-BF6D87473B35}" destId="{BEA01D7D-25EE-4EE5-8D5A-7CFFA2851BC4}" srcOrd="1" destOrd="0" presId="urn:microsoft.com/office/officeart/2018/2/layout/IconVerticalSolidList"/>
    <dgm:cxn modelId="{97EB8CDE-59E8-4ABF-99D0-F2CBA17A9ABF}" type="presParOf" srcId="{CB473622-4D33-40F8-B440-BF6D87473B35}" destId="{6EADF8B4-2F95-4E38-97AE-A760C0373511}" srcOrd="2" destOrd="0" presId="urn:microsoft.com/office/officeart/2018/2/layout/IconVerticalSolidList"/>
    <dgm:cxn modelId="{AB1A8F37-B536-463D-8FC6-29ECCCE3B952}" type="presParOf" srcId="{CB473622-4D33-40F8-B440-BF6D87473B35}" destId="{AFA0EC9B-2CF8-4D4D-A2F6-D370B3AEE34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D7BD60-79B8-46DC-9504-E8CFE16268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572C4EE-8818-44BD-8139-B5BE7B39F1D4}">
      <dgm:prSet/>
      <dgm:spPr/>
      <dgm:t>
        <a:bodyPr/>
        <a:lstStyle/>
        <a:p>
          <a:r>
            <a:rPr lang="en-US"/>
            <a:t>API_3.php returns JSON</a:t>
          </a:r>
        </a:p>
      </dgm:t>
    </dgm:pt>
    <dgm:pt modelId="{43EDFC79-BFD5-452E-9B3F-45CFBA150DF0}" type="parTrans" cxnId="{1A58650B-BE84-4486-BBF0-2B442BFD347D}">
      <dgm:prSet/>
      <dgm:spPr/>
      <dgm:t>
        <a:bodyPr/>
        <a:lstStyle/>
        <a:p>
          <a:endParaRPr lang="en-US"/>
        </a:p>
      </dgm:t>
    </dgm:pt>
    <dgm:pt modelId="{6B4E0BB5-B4A0-42DB-AA2B-F0649E708B50}" type="sibTrans" cxnId="{1A58650B-BE84-4486-BBF0-2B442BFD347D}">
      <dgm:prSet/>
      <dgm:spPr/>
      <dgm:t>
        <a:bodyPr/>
        <a:lstStyle/>
        <a:p>
          <a:endParaRPr lang="en-US"/>
        </a:p>
      </dgm:t>
    </dgm:pt>
    <dgm:pt modelId="{16597851-0B14-4D0F-A925-98335BEED2A9}">
      <dgm:prSet/>
      <dgm:spPr/>
      <dgm:t>
        <a:bodyPr/>
        <a:lstStyle/>
        <a:p>
          <a:r>
            <a:rPr lang="en-US"/>
            <a:t>Handles:</a:t>
          </a:r>
        </a:p>
      </dgm:t>
    </dgm:pt>
    <dgm:pt modelId="{6E2DE2A1-C45C-4AC0-83D8-CF18D488D0D9}" type="parTrans" cxnId="{1E6E5D58-49AB-4551-8676-91EFF28B3F5B}">
      <dgm:prSet/>
      <dgm:spPr/>
      <dgm:t>
        <a:bodyPr/>
        <a:lstStyle/>
        <a:p>
          <a:endParaRPr lang="en-US"/>
        </a:p>
      </dgm:t>
    </dgm:pt>
    <dgm:pt modelId="{E6B5E1E8-EC20-4E0F-BE9A-A9658F0E39D4}" type="sibTrans" cxnId="{1E6E5D58-49AB-4551-8676-91EFF28B3F5B}">
      <dgm:prSet/>
      <dgm:spPr/>
      <dgm:t>
        <a:bodyPr/>
        <a:lstStyle/>
        <a:p>
          <a:endParaRPr lang="en-US"/>
        </a:p>
      </dgm:t>
    </dgm:pt>
    <dgm:pt modelId="{16DE78E7-E463-4F85-880A-6A5ED6139796}">
      <dgm:prSet/>
      <dgm:spPr/>
      <dgm:t>
        <a:bodyPr/>
        <a:lstStyle/>
        <a:p>
          <a:r>
            <a:rPr lang="en-US"/>
            <a:t>- GET (Read)</a:t>
          </a:r>
        </a:p>
      </dgm:t>
    </dgm:pt>
    <dgm:pt modelId="{35888B1E-802F-45A7-A1EF-F160A9D94739}" type="parTrans" cxnId="{53860563-8646-4A21-AC2F-446417B3895C}">
      <dgm:prSet/>
      <dgm:spPr/>
      <dgm:t>
        <a:bodyPr/>
        <a:lstStyle/>
        <a:p>
          <a:endParaRPr lang="en-US"/>
        </a:p>
      </dgm:t>
    </dgm:pt>
    <dgm:pt modelId="{93EDDFE4-0B89-4788-957D-EEDCBA9B6746}" type="sibTrans" cxnId="{53860563-8646-4A21-AC2F-446417B3895C}">
      <dgm:prSet/>
      <dgm:spPr/>
      <dgm:t>
        <a:bodyPr/>
        <a:lstStyle/>
        <a:p>
          <a:endParaRPr lang="en-US"/>
        </a:p>
      </dgm:t>
    </dgm:pt>
    <dgm:pt modelId="{931F71E7-7680-4ED6-9B6A-A8CDEB3C0603}">
      <dgm:prSet/>
      <dgm:spPr/>
      <dgm:t>
        <a:bodyPr/>
        <a:lstStyle/>
        <a:p>
          <a:r>
            <a:rPr lang="en-US"/>
            <a:t>- POST (Insert)</a:t>
          </a:r>
        </a:p>
      </dgm:t>
    </dgm:pt>
    <dgm:pt modelId="{3EEB715C-6844-46F6-BB2E-CECD0A702C8F}" type="parTrans" cxnId="{100B20AC-AAED-411B-B93A-8CA8DD78703E}">
      <dgm:prSet/>
      <dgm:spPr/>
      <dgm:t>
        <a:bodyPr/>
        <a:lstStyle/>
        <a:p>
          <a:endParaRPr lang="en-US"/>
        </a:p>
      </dgm:t>
    </dgm:pt>
    <dgm:pt modelId="{B3677864-CEC6-4095-BD16-56743C24F1CA}" type="sibTrans" cxnId="{100B20AC-AAED-411B-B93A-8CA8DD78703E}">
      <dgm:prSet/>
      <dgm:spPr/>
      <dgm:t>
        <a:bodyPr/>
        <a:lstStyle/>
        <a:p>
          <a:endParaRPr lang="en-US"/>
        </a:p>
      </dgm:t>
    </dgm:pt>
    <dgm:pt modelId="{2D6467D4-F90C-4983-B8B4-875EEA17D0F9}">
      <dgm:prSet/>
      <dgm:spPr/>
      <dgm:t>
        <a:bodyPr/>
        <a:lstStyle/>
        <a:p>
          <a:r>
            <a:rPr lang="en-US"/>
            <a:t>- PUT (Update)</a:t>
          </a:r>
        </a:p>
      </dgm:t>
    </dgm:pt>
    <dgm:pt modelId="{95802570-A742-4E49-A4C5-7D42D96AC4AE}" type="parTrans" cxnId="{3FB57590-E4A2-4DB0-A614-B36AA406E61D}">
      <dgm:prSet/>
      <dgm:spPr/>
      <dgm:t>
        <a:bodyPr/>
        <a:lstStyle/>
        <a:p>
          <a:endParaRPr lang="en-US"/>
        </a:p>
      </dgm:t>
    </dgm:pt>
    <dgm:pt modelId="{008A41F5-D251-43A6-BB88-84BAD449BB6B}" type="sibTrans" cxnId="{3FB57590-E4A2-4DB0-A614-B36AA406E61D}">
      <dgm:prSet/>
      <dgm:spPr/>
      <dgm:t>
        <a:bodyPr/>
        <a:lstStyle/>
        <a:p>
          <a:endParaRPr lang="en-US"/>
        </a:p>
      </dgm:t>
    </dgm:pt>
    <dgm:pt modelId="{AAE8802A-60B0-487F-8583-E42B6CDD0E8D}">
      <dgm:prSet/>
      <dgm:spPr/>
      <dgm:t>
        <a:bodyPr/>
        <a:lstStyle/>
        <a:p>
          <a:r>
            <a:rPr lang="en-US"/>
            <a:t>- DELETE</a:t>
          </a:r>
        </a:p>
      </dgm:t>
    </dgm:pt>
    <dgm:pt modelId="{56F37674-C9B7-4243-BAF9-5614D6E9B7F1}" type="parTrans" cxnId="{A01ABF10-165C-4F17-AC0F-82FA4C900A60}">
      <dgm:prSet/>
      <dgm:spPr/>
      <dgm:t>
        <a:bodyPr/>
        <a:lstStyle/>
        <a:p>
          <a:endParaRPr lang="en-US"/>
        </a:p>
      </dgm:t>
    </dgm:pt>
    <dgm:pt modelId="{A449567F-1BC1-4341-9376-9236D747CC08}" type="sibTrans" cxnId="{A01ABF10-165C-4F17-AC0F-82FA4C900A60}">
      <dgm:prSet/>
      <dgm:spPr/>
      <dgm:t>
        <a:bodyPr/>
        <a:lstStyle/>
        <a:p>
          <a:endParaRPr lang="en-US"/>
        </a:p>
      </dgm:t>
    </dgm:pt>
    <dgm:pt modelId="{9FCB542F-383B-4448-B50E-50C08B169E79}" type="pres">
      <dgm:prSet presAssocID="{79D7BD60-79B8-46DC-9504-E8CFE1626880}" presName="root" presStyleCnt="0">
        <dgm:presLayoutVars>
          <dgm:dir/>
          <dgm:resizeHandles val="exact"/>
        </dgm:presLayoutVars>
      </dgm:prSet>
      <dgm:spPr/>
    </dgm:pt>
    <dgm:pt modelId="{90FA6727-05A6-4936-B389-37DAEC7376DE}" type="pres">
      <dgm:prSet presAssocID="{1572C4EE-8818-44BD-8139-B5BE7B39F1D4}" presName="compNode" presStyleCnt="0"/>
      <dgm:spPr/>
    </dgm:pt>
    <dgm:pt modelId="{685ADD05-8844-4922-AAB8-A90015807544}" type="pres">
      <dgm:prSet presAssocID="{1572C4EE-8818-44BD-8139-B5BE7B39F1D4}" presName="bgRect" presStyleLbl="bgShp" presStyleIdx="0" presStyleCnt="6"/>
      <dgm:spPr/>
    </dgm:pt>
    <dgm:pt modelId="{BDAE97CB-53CC-49AF-813A-13E9DA2E321A}" type="pres">
      <dgm:prSet presAssocID="{1572C4EE-8818-44BD-8139-B5BE7B39F1D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D69CDE8-D45E-4056-BCE2-55E972978389}" type="pres">
      <dgm:prSet presAssocID="{1572C4EE-8818-44BD-8139-B5BE7B39F1D4}" presName="spaceRect" presStyleCnt="0"/>
      <dgm:spPr/>
    </dgm:pt>
    <dgm:pt modelId="{254235C4-A407-4856-8865-7C24181A6E3E}" type="pres">
      <dgm:prSet presAssocID="{1572C4EE-8818-44BD-8139-B5BE7B39F1D4}" presName="parTx" presStyleLbl="revTx" presStyleIdx="0" presStyleCnt="6">
        <dgm:presLayoutVars>
          <dgm:chMax val="0"/>
          <dgm:chPref val="0"/>
        </dgm:presLayoutVars>
      </dgm:prSet>
      <dgm:spPr/>
    </dgm:pt>
    <dgm:pt modelId="{6E03DEBE-F4FF-459D-81F8-4F953D980CC6}" type="pres">
      <dgm:prSet presAssocID="{6B4E0BB5-B4A0-42DB-AA2B-F0649E708B50}" presName="sibTrans" presStyleCnt="0"/>
      <dgm:spPr/>
    </dgm:pt>
    <dgm:pt modelId="{7B6069C9-A09B-4CAD-983F-04A5FF813C22}" type="pres">
      <dgm:prSet presAssocID="{16597851-0B14-4D0F-A925-98335BEED2A9}" presName="compNode" presStyleCnt="0"/>
      <dgm:spPr/>
    </dgm:pt>
    <dgm:pt modelId="{E4DE9D1A-999B-4E5F-82D1-18EC553B2705}" type="pres">
      <dgm:prSet presAssocID="{16597851-0B14-4D0F-A925-98335BEED2A9}" presName="bgRect" presStyleLbl="bgShp" presStyleIdx="1" presStyleCnt="6"/>
      <dgm:spPr/>
    </dgm:pt>
    <dgm:pt modelId="{3ADA2163-3A90-49DB-9669-70888E772C28}" type="pres">
      <dgm:prSet presAssocID="{16597851-0B14-4D0F-A925-98335BEED2A9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A4C0674-3690-4174-B842-646AB40589D5}" type="pres">
      <dgm:prSet presAssocID="{16597851-0B14-4D0F-A925-98335BEED2A9}" presName="spaceRect" presStyleCnt="0"/>
      <dgm:spPr/>
    </dgm:pt>
    <dgm:pt modelId="{587C11AA-6A87-4ACC-BC9F-6BA1634BB281}" type="pres">
      <dgm:prSet presAssocID="{16597851-0B14-4D0F-A925-98335BEED2A9}" presName="parTx" presStyleLbl="revTx" presStyleIdx="1" presStyleCnt="6">
        <dgm:presLayoutVars>
          <dgm:chMax val="0"/>
          <dgm:chPref val="0"/>
        </dgm:presLayoutVars>
      </dgm:prSet>
      <dgm:spPr/>
    </dgm:pt>
    <dgm:pt modelId="{8E598CF7-C5B5-4C62-9FC6-F7E0E381AE5A}" type="pres">
      <dgm:prSet presAssocID="{E6B5E1E8-EC20-4E0F-BE9A-A9658F0E39D4}" presName="sibTrans" presStyleCnt="0"/>
      <dgm:spPr/>
    </dgm:pt>
    <dgm:pt modelId="{A9502CD9-A1D5-4590-83DD-C3C083585B0A}" type="pres">
      <dgm:prSet presAssocID="{16DE78E7-E463-4F85-880A-6A5ED6139796}" presName="compNode" presStyleCnt="0"/>
      <dgm:spPr/>
    </dgm:pt>
    <dgm:pt modelId="{AC1FB180-A5A2-403E-8961-4D146D6A57F6}" type="pres">
      <dgm:prSet presAssocID="{16DE78E7-E463-4F85-880A-6A5ED6139796}" presName="bgRect" presStyleLbl="bgShp" presStyleIdx="2" presStyleCnt="6"/>
      <dgm:spPr/>
    </dgm:pt>
    <dgm:pt modelId="{1D4CA904-BB38-46D4-A617-A5B69695D362}" type="pres">
      <dgm:prSet presAssocID="{16DE78E7-E463-4F85-880A-6A5ED6139796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F2929521-A12A-4BC8-ACA0-AC63FB26EC5A}" type="pres">
      <dgm:prSet presAssocID="{16DE78E7-E463-4F85-880A-6A5ED6139796}" presName="spaceRect" presStyleCnt="0"/>
      <dgm:spPr/>
    </dgm:pt>
    <dgm:pt modelId="{B4B6D2DC-727D-421C-923D-9E01F8AEF287}" type="pres">
      <dgm:prSet presAssocID="{16DE78E7-E463-4F85-880A-6A5ED6139796}" presName="parTx" presStyleLbl="revTx" presStyleIdx="2" presStyleCnt="6">
        <dgm:presLayoutVars>
          <dgm:chMax val="0"/>
          <dgm:chPref val="0"/>
        </dgm:presLayoutVars>
      </dgm:prSet>
      <dgm:spPr/>
    </dgm:pt>
    <dgm:pt modelId="{2733DDED-A84D-4E39-89AD-D631FDE1942D}" type="pres">
      <dgm:prSet presAssocID="{93EDDFE4-0B89-4788-957D-EEDCBA9B6746}" presName="sibTrans" presStyleCnt="0"/>
      <dgm:spPr/>
    </dgm:pt>
    <dgm:pt modelId="{65BEA8F3-06F7-4827-8B81-0A8C8C078DF0}" type="pres">
      <dgm:prSet presAssocID="{931F71E7-7680-4ED6-9B6A-A8CDEB3C0603}" presName="compNode" presStyleCnt="0"/>
      <dgm:spPr/>
    </dgm:pt>
    <dgm:pt modelId="{2ABAB485-583F-4665-A5C8-62BE48E389EE}" type="pres">
      <dgm:prSet presAssocID="{931F71E7-7680-4ED6-9B6A-A8CDEB3C0603}" presName="bgRect" presStyleLbl="bgShp" presStyleIdx="3" presStyleCnt="6"/>
      <dgm:spPr/>
    </dgm:pt>
    <dgm:pt modelId="{A44AFB66-E5DB-4786-A7CE-D7DE50F2FC4D}" type="pres">
      <dgm:prSet presAssocID="{931F71E7-7680-4ED6-9B6A-A8CDEB3C0603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BA977580-8815-4567-B16A-D33C6BCF09B1}" type="pres">
      <dgm:prSet presAssocID="{931F71E7-7680-4ED6-9B6A-A8CDEB3C0603}" presName="spaceRect" presStyleCnt="0"/>
      <dgm:spPr/>
    </dgm:pt>
    <dgm:pt modelId="{97D64999-BAB2-4225-A431-977B554E29E9}" type="pres">
      <dgm:prSet presAssocID="{931F71E7-7680-4ED6-9B6A-A8CDEB3C0603}" presName="parTx" presStyleLbl="revTx" presStyleIdx="3" presStyleCnt="6">
        <dgm:presLayoutVars>
          <dgm:chMax val="0"/>
          <dgm:chPref val="0"/>
        </dgm:presLayoutVars>
      </dgm:prSet>
      <dgm:spPr/>
    </dgm:pt>
    <dgm:pt modelId="{E9336013-CF86-4FAF-8543-24EEA61DDF3E}" type="pres">
      <dgm:prSet presAssocID="{B3677864-CEC6-4095-BD16-56743C24F1CA}" presName="sibTrans" presStyleCnt="0"/>
      <dgm:spPr/>
    </dgm:pt>
    <dgm:pt modelId="{B394D878-6108-4F8E-8A69-F2102FEE4806}" type="pres">
      <dgm:prSet presAssocID="{2D6467D4-F90C-4983-B8B4-875EEA17D0F9}" presName="compNode" presStyleCnt="0"/>
      <dgm:spPr/>
    </dgm:pt>
    <dgm:pt modelId="{DC367FAD-38AA-4AC7-B86E-665379EA0857}" type="pres">
      <dgm:prSet presAssocID="{2D6467D4-F90C-4983-B8B4-875EEA17D0F9}" presName="bgRect" presStyleLbl="bgShp" presStyleIdx="4" presStyleCnt="6"/>
      <dgm:spPr/>
    </dgm:pt>
    <dgm:pt modelId="{98254BDE-84FC-4212-977E-46374E66AB01}" type="pres">
      <dgm:prSet presAssocID="{2D6467D4-F90C-4983-B8B4-875EEA17D0F9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AAA3E7C-8FED-4485-B6BC-3F6AFE096023}" type="pres">
      <dgm:prSet presAssocID="{2D6467D4-F90C-4983-B8B4-875EEA17D0F9}" presName="spaceRect" presStyleCnt="0"/>
      <dgm:spPr/>
    </dgm:pt>
    <dgm:pt modelId="{9EF70CA0-9E9F-4EC2-B492-E120E0982E18}" type="pres">
      <dgm:prSet presAssocID="{2D6467D4-F90C-4983-B8B4-875EEA17D0F9}" presName="parTx" presStyleLbl="revTx" presStyleIdx="4" presStyleCnt="6">
        <dgm:presLayoutVars>
          <dgm:chMax val="0"/>
          <dgm:chPref val="0"/>
        </dgm:presLayoutVars>
      </dgm:prSet>
      <dgm:spPr/>
    </dgm:pt>
    <dgm:pt modelId="{2FE568DC-68B2-4CED-A1BD-CF0AA70140C2}" type="pres">
      <dgm:prSet presAssocID="{008A41F5-D251-43A6-BB88-84BAD449BB6B}" presName="sibTrans" presStyleCnt="0"/>
      <dgm:spPr/>
    </dgm:pt>
    <dgm:pt modelId="{FC4F9D38-5FFC-4398-A09E-EEBDDE6E2827}" type="pres">
      <dgm:prSet presAssocID="{AAE8802A-60B0-487F-8583-E42B6CDD0E8D}" presName="compNode" presStyleCnt="0"/>
      <dgm:spPr/>
    </dgm:pt>
    <dgm:pt modelId="{91839DB3-D616-4890-B0BD-31DB5E4E24A9}" type="pres">
      <dgm:prSet presAssocID="{AAE8802A-60B0-487F-8583-E42B6CDD0E8D}" presName="bgRect" presStyleLbl="bgShp" presStyleIdx="5" presStyleCnt="6"/>
      <dgm:spPr/>
    </dgm:pt>
    <dgm:pt modelId="{20092C29-5F7B-4C22-AAB7-A9675C7F3C21}" type="pres">
      <dgm:prSet presAssocID="{AAE8802A-60B0-487F-8583-E42B6CDD0E8D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18F61E0F-48F3-493E-90B8-9F78D44CC9C3}" type="pres">
      <dgm:prSet presAssocID="{AAE8802A-60B0-487F-8583-E42B6CDD0E8D}" presName="spaceRect" presStyleCnt="0"/>
      <dgm:spPr/>
    </dgm:pt>
    <dgm:pt modelId="{01D1E8BC-6210-406E-BEA6-BB237BFA7CE0}" type="pres">
      <dgm:prSet presAssocID="{AAE8802A-60B0-487F-8583-E42B6CDD0E8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A58650B-BE84-4486-BBF0-2B442BFD347D}" srcId="{79D7BD60-79B8-46DC-9504-E8CFE1626880}" destId="{1572C4EE-8818-44BD-8139-B5BE7B39F1D4}" srcOrd="0" destOrd="0" parTransId="{43EDFC79-BFD5-452E-9B3F-45CFBA150DF0}" sibTransId="{6B4E0BB5-B4A0-42DB-AA2B-F0649E708B50}"/>
    <dgm:cxn modelId="{A01ABF10-165C-4F17-AC0F-82FA4C900A60}" srcId="{79D7BD60-79B8-46DC-9504-E8CFE1626880}" destId="{AAE8802A-60B0-487F-8583-E42B6CDD0E8D}" srcOrd="5" destOrd="0" parTransId="{56F37674-C9B7-4243-BAF9-5614D6E9B7F1}" sibTransId="{A449567F-1BC1-4341-9376-9236D747CC08}"/>
    <dgm:cxn modelId="{8372AA34-3265-48F9-BFB6-2065A7530BA8}" type="presOf" srcId="{16597851-0B14-4D0F-A925-98335BEED2A9}" destId="{587C11AA-6A87-4ACC-BC9F-6BA1634BB281}" srcOrd="0" destOrd="0" presId="urn:microsoft.com/office/officeart/2018/2/layout/IconVerticalSolidList"/>
    <dgm:cxn modelId="{53860563-8646-4A21-AC2F-446417B3895C}" srcId="{79D7BD60-79B8-46DC-9504-E8CFE1626880}" destId="{16DE78E7-E463-4F85-880A-6A5ED6139796}" srcOrd="2" destOrd="0" parTransId="{35888B1E-802F-45A7-A1EF-F160A9D94739}" sibTransId="{93EDDFE4-0B89-4788-957D-EEDCBA9B6746}"/>
    <dgm:cxn modelId="{1E6E5D58-49AB-4551-8676-91EFF28B3F5B}" srcId="{79D7BD60-79B8-46DC-9504-E8CFE1626880}" destId="{16597851-0B14-4D0F-A925-98335BEED2A9}" srcOrd="1" destOrd="0" parTransId="{6E2DE2A1-C45C-4AC0-83D8-CF18D488D0D9}" sibTransId="{E6B5E1E8-EC20-4E0F-BE9A-A9658F0E39D4}"/>
    <dgm:cxn modelId="{699EF47C-4942-461D-A10D-81062635ED35}" type="presOf" srcId="{79D7BD60-79B8-46DC-9504-E8CFE1626880}" destId="{9FCB542F-383B-4448-B50E-50C08B169E79}" srcOrd="0" destOrd="0" presId="urn:microsoft.com/office/officeart/2018/2/layout/IconVerticalSolidList"/>
    <dgm:cxn modelId="{3FB57590-E4A2-4DB0-A614-B36AA406E61D}" srcId="{79D7BD60-79B8-46DC-9504-E8CFE1626880}" destId="{2D6467D4-F90C-4983-B8B4-875EEA17D0F9}" srcOrd="4" destOrd="0" parTransId="{95802570-A742-4E49-A4C5-7D42D96AC4AE}" sibTransId="{008A41F5-D251-43A6-BB88-84BAD449BB6B}"/>
    <dgm:cxn modelId="{CE8E389D-036E-471F-BF1D-03D8617B7C69}" type="presOf" srcId="{2D6467D4-F90C-4983-B8B4-875EEA17D0F9}" destId="{9EF70CA0-9E9F-4EC2-B492-E120E0982E18}" srcOrd="0" destOrd="0" presId="urn:microsoft.com/office/officeart/2018/2/layout/IconVerticalSolidList"/>
    <dgm:cxn modelId="{100B20AC-AAED-411B-B93A-8CA8DD78703E}" srcId="{79D7BD60-79B8-46DC-9504-E8CFE1626880}" destId="{931F71E7-7680-4ED6-9B6A-A8CDEB3C0603}" srcOrd="3" destOrd="0" parTransId="{3EEB715C-6844-46F6-BB2E-CECD0A702C8F}" sibTransId="{B3677864-CEC6-4095-BD16-56743C24F1CA}"/>
    <dgm:cxn modelId="{22FBDEB1-81C8-45B1-94A9-F211D35B1662}" type="presOf" srcId="{1572C4EE-8818-44BD-8139-B5BE7B39F1D4}" destId="{254235C4-A407-4856-8865-7C24181A6E3E}" srcOrd="0" destOrd="0" presId="urn:microsoft.com/office/officeart/2018/2/layout/IconVerticalSolidList"/>
    <dgm:cxn modelId="{D28421DD-732C-411C-919B-D92A7C092858}" type="presOf" srcId="{AAE8802A-60B0-487F-8583-E42B6CDD0E8D}" destId="{01D1E8BC-6210-406E-BEA6-BB237BFA7CE0}" srcOrd="0" destOrd="0" presId="urn:microsoft.com/office/officeart/2018/2/layout/IconVerticalSolidList"/>
    <dgm:cxn modelId="{48099DE1-0A5D-48DE-AD48-49CB8A877096}" type="presOf" srcId="{16DE78E7-E463-4F85-880A-6A5ED6139796}" destId="{B4B6D2DC-727D-421C-923D-9E01F8AEF287}" srcOrd="0" destOrd="0" presId="urn:microsoft.com/office/officeart/2018/2/layout/IconVerticalSolidList"/>
    <dgm:cxn modelId="{FF0D7EEC-F934-48E8-8494-4CC245245B87}" type="presOf" srcId="{931F71E7-7680-4ED6-9B6A-A8CDEB3C0603}" destId="{97D64999-BAB2-4225-A431-977B554E29E9}" srcOrd="0" destOrd="0" presId="urn:microsoft.com/office/officeart/2018/2/layout/IconVerticalSolidList"/>
    <dgm:cxn modelId="{D737E989-C267-4FEC-BF05-598E38D2DEEC}" type="presParOf" srcId="{9FCB542F-383B-4448-B50E-50C08B169E79}" destId="{90FA6727-05A6-4936-B389-37DAEC7376DE}" srcOrd="0" destOrd="0" presId="urn:microsoft.com/office/officeart/2018/2/layout/IconVerticalSolidList"/>
    <dgm:cxn modelId="{00D8B880-60E6-4940-8D40-CDF2E5775584}" type="presParOf" srcId="{90FA6727-05A6-4936-B389-37DAEC7376DE}" destId="{685ADD05-8844-4922-AAB8-A90015807544}" srcOrd="0" destOrd="0" presId="urn:microsoft.com/office/officeart/2018/2/layout/IconVerticalSolidList"/>
    <dgm:cxn modelId="{C88B4C1F-90E9-43E8-99D6-5B21A9814B2A}" type="presParOf" srcId="{90FA6727-05A6-4936-B389-37DAEC7376DE}" destId="{BDAE97CB-53CC-49AF-813A-13E9DA2E321A}" srcOrd="1" destOrd="0" presId="urn:microsoft.com/office/officeart/2018/2/layout/IconVerticalSolidList"/>
    <dgm:cxn modelId="{10704E44-4958-428B-94FC-99900CBC9322}" type="presParOf" srcId="{90FA6727-05A6-4936-B389-37DAEC7376DE}" destId="{DD69CDE8-D45E-4056-BCE2-55E972978389}" srcOrd="2" destOrd="0" presId="urn:microsoft.com/office/officeart/2018/2/layout/IconVerticalSolidList"/>
    <dgm:cxn modelId="{50D96002-DFEF-4DC1-B2BC-A84FEC6FB059}" type="presParOf" srcId="{90FA6727-05A6-4936-B389-37DAEC7376DE}" destId="{254235C4-A407-4856-8865-7C24181A6E3E}" srcOrd="3" destOrd="0" presId="urn:microsoft.com/office/officeart/2018/2/layout/IconVerticalSolidList"/>
    <dgm:cxn modelId="{CB6ABD00-B258-46CB-919C-E607147CFBEF}" type="presParOf" srcId="{9FCB542F-383B-4448-B50E-50C08B169E79}" destId="{6E03DEBE-F4FF-459D-81F8-4F953D980CC6}" srcOrd="1" destOrd="0" presId="urn:microsoft.com/office/officeart/2018/2/layout/IconVerticalSolidList"/>
    <dgm:cxn modelId="{1AD8CEEE-A544-407F-A31C-082C3F26943D}" type="presParOf" srcId="{9FCB542F-383B-4448-B50E-50C08B169E79}" destId="{7B6069C9-A09B-4CAD-983F-04A5FF813C22}" srcOrd="2" destOrd="0" presId="urn:microsoft.com/office/officeart/2018/2/layout/IconVerticalSolidList"/>
    <dgm:cxn modelId="{5A143CD0-7C0F-4DAC-AF47-130EEC5D0B8E}" type="presParOf" srcId="{7B6069C9-A09B-4CAD-983F-04A5FF813C22}" destId="{E4DE9D1A-999B-4E5F-82D1-18EC553B2705}" srcOrd="0" destOrd="0" presId="urn:microsoft.com/office/officeart/2018/2/layout/IconVerticalSolidList"/>
    <dgm:cxn modelId="{E50F352A-B346-40EE-97BF-4A877CE41E5E}" type="presParOf" srcId="{7B6069C9-A09B-4CAD-983F-04A5FF813C22}" destId="{3ADA2163-3A90-49DB-9669-70888E772C28}" srcOrd="1" destOrd="0" presId="urn:microsoft.com/office/officeart/2018/2/layout/IconVerticalSolidList"/>
    <dgm:cxn modelId="{874B9A99-D9AD-40C8-9675-263570DF3EB4}" type="presParOf" srcId="{7B6069C9-A09B-4CAD-983F-04A5FF813C22}" destId="{0A4C0674-3690-4174-B842-646AB40589D5}" srcOrd="2" destOrd="0" presId="urn:microsoft.com/office/officeart/2018/2/layout/IconVerticalSolidList"/>
    <dgm:cxn modelId="{8B13F610-B3D3-4985-9F34-FE4276A57D44}" type="presParOf" srcId="{7B6069C9-A09B-4CAD-983F-04A5FF813C22}" destId="{587C11AA-6A87-4ACC-BC9F-6BA1634BB281}" srcOrd="3" destOrd="0" presId="urn:microsoft.com/office/officeart/2018/2/layout/IconVerticalSolidList"/>
    <dgm:cxn modelId="{77B6DEF1-EC4F-4730-8CAB-26B46CBE5AAB}" type="presParOf" srcId="{9FCB542F-383B-4448-B50E-50C08B169E79}" destId="{8E598CF7-C5B5-4C62-9FC6-F7E0E381AE5A}" srcOrd="3" destOrd="0" presId="urn:microsoft.com/office/officeart/2018/2/layout/IconVerticalSolidList"/>
    <dgm:cxn modelId="{930245AE-24D4-4D29-9127-83A1C1C64B1A}" type="presParOf" srcId="{9FCB542F-383B-4448-B50E-50C08B169E79}" destId="{A9502CD9-A1D5-4590-83DD-C3C083585B0A}" srcOrd="4" destOrd="0" presId="urn:microsoft.com/office/officeart/2018/2/layout/IconVerticalSolidList"/>
    <dgm:cxn modelId="{73E331E7-9D99-44C8-A6D5-B660ADECC254}" type="presParOf" srcId="{A9502CD9-A1D5-4590-83DD-C3C083585B0A}" destId="{AC1FB180-A5A2-403E-8961-4D146D6A57F6}" srcOrd="0" destOrd="0" presId="urn:microsoft.com/office/officeart/2018/2/layout/IconVerticalSolidList"/>
    <dgm:cxn modelId="{F8B03DDF-056B-4C67-BB90-95D9BC7BB64F}" type="presParOf" srcId="{A9502CD9-A1D5-4590-83DD-C3C083585B0A}" destId="{1D4CA904-BB38-46D4-A617-A5B69695D362}" srcOrd="1" destOrd="0" presId="urn:microsoft.com/office/officeart/2018/2/layout/IconVerticalSolidList"/>
    <dgm:cxn modelId="{4FFB5375-11E8-437C-8209-AE90DE3197C1}" type="presParOf" srcId="{A9502CD9-A1D5-4590-83DD-C3C083585B0A}" destId="{F2929521-A12A-4BC8-ACA0-AC63FB26EC5A}" srcOrd="2" destOrd="0" presId="urn:microsoft.com/office/officeart/2018/2/layout/IconVerticalSolidList"/>
    <dgm:cxn modelId="{C9C68ED8-7FE2-431A-9E1C-9857E6352C78}" type="presParOf" srcId="{A9502CD9-A1D5-4590-83DD-C3C083585B0A}" destId="{B4B6D2DC-727D-421C-923D-9E01F8AEF287}" srcOrd="3" destOrd="0" presId="urn:microsoft.com/office/officeart/2018/2/layout/IconVerticalSolidList"/>
    <dgm:cxn modelId="{8B82DAF9-7789-4CBE-995C-25227D4F0779}" type="presParOf" srcId="{9FCB542F-383B-4448-B50E-50C08B169E79}" destId="{2733DDED-A84D-4E39-89AD-D631FDE1942D}" srcOrd="5" destOrd="0" presId="urn:microsoft.com/office/officeart/2018/2/layout/IconVerticalSolidList"/>
    <dgm:cxn modelId="{694C2D1B-AE0B-4F45-8E3E-3A8569896B64}" type="presParOf" srcId="{9FCB542F-383B-4448-B50E-50C08B169E79}" destId="{65BEA8F3-06F7-4827-8B81-0A8C8C078DF0}" srcOrd="6" destOrd="0" presId="urn:microsoft.com/office/officeart/2018/2/layout/IconVerticalSolidList"/>
    <dgm:cxn modelId="{64717740-2382-419A-AFA2-C85C4BA81091}" type="presParOf" srcId="{65BEA8F3-06F7-4827-8B81-0A8C8C078DF0}" destId="{2ABAB485-583F-4665-A5C8-62BE48E389EE}" srcOrd="0" destOrd="0" presId="urn:microsoft.com/office/officeart/2018/2/layout/IconVerticalSolidList"/>
    <dgm:cxn modelId="{76F91F0A-A7B0-4C1D-896F-27DD134794B6}" type="presParOf" srcId="{65BEA8F3-06F7-4827-8B81-0A8C8C078DF0}" destId="{A44AFB66-E5DB-4786-A7CE-D7DE50F2FC4D}" srcOrd="1" destOrd="0" presId="urn:microsoft.com/office/officeart/2018/2/layout/IconVerticalSolidList"/>
    <dgm:cxn modelId="{8C10F1AF-F2AC-4A73-9652-C94D3AEC8301}" type="presParOf" srcId="{65BEA8F3-06F7-4827-8B81-0A8C8C078DF0}" destId="{BA977580-8815-4567-B16A-D33C6BCF09B1}" srcOrd="2" destOrd="0" presId="urn:microsoft.com/office/officeart/2018/2/layout/IconVerticalSolidList"/>
    <dgm:cxn modelId="{B5451342-ED75-455D-980A-176FD35315D5}" type="presParOf" srcId="{65BEA8F3-06F7-4827-8B81-0A8C8C078DF0}" destId="{97D64999-BAB2-4225-A431-977B554E29E9}" srcOrd="3" destOrd="0" presId="urn:microsoft.com/office/officeart/2018/2/layout/IconVerticalSolidList"/>
    <dgm:cxn modelId="{7AB161CB-8AA8-4F1D-A177-B0662B1BFC3A}" type="presParOf" srcId="{9FCB542F-383B-4448-B50E-50C08B169E79}" destId="{E9336013-CF86-4FAF-8543-24EEA61DDF3E}" srcOrd="7" destOrd="0" presId="urn:microsoft.com/office/officeart/2018/2/layout/IconVerticalSolidList"/>
    <dgm:cxn modelId="{3CF00683-3A37-4591-BD76-CF44FB32BC6D}" type="presParOf" srcId="{9FCB542F-383B-4448-B50E-50C08B169E79}" destId="{B394D878-6108-4F8E-8A69-F2102FEE4806}" srcOrd="8" destOrd="0" presId="urn:microsoft.com/office/officeart/2018/2/layout/IconVerticalSolidList"/>
    <dgm:cxn modelId="{174F918C-8D10-497D-A31C-D3AC1F89EDCE}" type="presParOf" srcId="{B394D878-6108-4F8E-8A69-F2102FEE4806}" destId="{DC367FAD-38AA-4AC7-B86E-665379EA0857}" srcOrd="0" destOrd="0" presId="urn:microsoft.com/office/officeart/2018/2/layout/IconVerticalSolidList"/>
    <dgm:cxn modelId="{1EA90B4D-1294-4BC1-9B07-6BA5587A2392}" type="presParOf" srcId="{B394D878-6108-4F8E-8A69-F2102FEE4806}" destId="{98254BDE-84FC-4212-977E-46374E66AB01}" srcOrd="1" destOrd="0" presId="urn:microsoft.com/office/officeart/2018/2/layout/IconVerticalSolidList"/>
    <dgm:cxn modelId="{0F2A9182-C6D3-4834-BBE0-2BD5A6925B7D}" type="presParOf" srcId="{B394D878-6108-4F8E-8A69-F2102FEE4806}" destId="{2AAA3E7C-8FED-4485-B6BC-3F6AFE096023}" srcOrd="2" destOrd="0" presId="urn:microsoft.com/office/officeart/2018/2/layout/IconVerticalSolidList"/>
    <dgm:cxn modelId="{3A27BFA3-6660-4DF0-8B02-D29C9FA4FDCC}" type="presParOf" srcId="{B394D878-6108-4F8E-8A69-F2102FEE4806}" destId="{9EF70CA0-9E9F-4EC2-B492-E120E0982E18}" srcOrd="3" destOrd="0" presId="urn:microsoft.com/office/officeart/2018/2/layout/IconVerticalSolidList"/>
    <dgm:cxn modelId="{A99FB3AD-45F9-4E17-9BD0-762CACB93D9C}" type="presParOf" srcId="{9FCB542F-383B-4448-B50E-50C08B169E79}" destId="{2FE568DC-68B2-4CED-A1BD-CF0AA70140C2}" srcOrd="9" destOrd="0" presId="urn:microsoft.com/office/officeart/2018/2/layout/IconVerticalSolidList"/>
    <dgm:cxn modelId="{C9FB56CF-4ED5-4562-B113-9A379A8D182E}" type="presParOf" srcId="{9FCB542F-383B-4448-B50E-50C08B169E79}" destId="{FC4F9D38-5FFC-4398-A09E-EEBDDE6E2827}" srcOrd="10" destOrd="0" presId="urn:microsoft.com/office/officeart/2018/2/layout/IconVerticalSolidList"/>
    <dgm:cxn modelId="{166FE8EA-3AD5-4106-A503-569C5A31C610}" type="presParOf" srcId="{FC4F9D38-5FFC-4398-A09E-EEBDDE6E2827}" destId="{91839DB3-D616-4890-B0BD-31DB5E4E24A9}" srcOrd="0" destOrd="0" presId="urn:microsoft.com/office/officeart/2018/2/layout/IconVerticalSolidList"/>
    <dgm:cxn modelId="{2B34B175-E118-4616-8E5C-A5611D8F11DF}" type="presParOf" srcId="{FC4F9D38-5FFC-4398-A09E-EEBDDE6E2827}" destId="{20092C29-5F7B-4C22-AAB7-A9675C7F3C21}" srcOrd="1" destOrd="0" presId="urn:microsoft.com/office/officeart/2018/2/layout/IconVerticalSolidList"/>
    <dgm:cxn modelId="{4880CCDE-2179-474F-A5C2-1BC26BD89A06}" type="presParOf" srcId="{FC4F9D38-5FFC-4398-A09E-EEBDDE6E2827}" destId="{18F61E0F-48F3-493E-90B8-9F78D44CC9C3}" srcOrd="2" destOrd="0" presId="urn:microsoft.com/office/officeart/2018/2/layout/IconVerticalSolidList"/>
    <dgm:cxn modelId="{7CCA6312-CE9F-4316-8E2F-C37494F47B15}" type="presParOf" srcId="{FC4F9D38-5FFC-4398-A09E-EEBDDE6E2827}" destId="{01D1E8BC-6210-406E-BEA6-BB237BFA7CE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9AC01B-D9E7-425F-9AB1-7C3B2E4F01DE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66670B9-954F-4306-AC92-DBD943F170CF}">
      <dgm:prSet/>
      <dgm:spPr/>
      <dgm:t>
        <a:bodyPr/>
        <a:lstStyle/>
        <a:p>
          <a:r>
            <a:rPr lang="en-US"/>
            <a:t>Open</a:t>
          </a:r>
        </a:p>
      </dgm:t>
    </dgm:pt>
    <dgm:pt modelId="{C0C1EA96-300C-42D7-A42F-86D053CA55A8}" type="parTrans" cxnId="{448DC001-5C3D-48ED-AF43-2A821903C0CD}">
      <dgm:prSet/>
      <dgm:spPr/>
      <dgm:t>
        <a:bodyPr/>
        <a:lstStyle/>
        <a:p>
          <a:endParaRPr lang="en-US"/>
        </a:p>
      </dgm:t>
    </dgm:pt>
    <dgm:pt modelId="{3832BD4F-16C3-441E-AAE0-BD239784AE76}" type="sibTrans" cxnId="{448DC001-5C3D-48ED-AF43-2A821903C0CD}">
      <dgm:prSet/>
      <dgm:spPr/>
      <dgm:t>
        <a:bodyPr/>
        <a:lstStyle/>
        <a:p>
          <a:endParaRPr lang="en-US"/>
        </a:p>
      </dgm:t>
    </dgm:pt>
    <dgm:pt modelId="{FA356975-0746-4E44-A51B-4AFB2E808E5E}">
      <dgm:prSet/>
      <dgm:spPr/>
      <dgm:t>
        <a:bodyPr/>
        <a:lstStyle/>
        <a:p>
          <a:r>
            <a:rPr lang="en-US"/>
            <a:t>Open Client index.html</a:t>
          </a:r>
        </a:p>
      </dgm:t>
    </dgm:pt>
    <dgm:pt modelId="{DE898AA1-1F02-4A8A-A623-F89B058D04C0}" type="parTrans" cxnId="{717D4A55-B8C4-44DC-BC7D-642356525FFD}">
      <dgm:prSet/>
      <dgm:spPr/>
      <dgm:t>
        <a:bodyPr/>
        <a:lstStyle/>
        <a:p>
          <a:endParaRPr lang="en-US"/>
        </a:p>
      </dgm:t>
    </dgm:pt>
    <dgm:pt modelId="{51F35F6A-5869-4583-82F3-38689086DF71}" type="sibTrans" cxnId="{717D4A55-B8C4-44DC-BC7D-642356525FFD}">
      <dgm:prSet/>
      <dgm:spPr/>
      <dgm:t>
        <a:bodyPr/>
        <a:lstStyle/>
        <a:p>
          <a:endParaRPr lang="en-US"/>
        </a:p>
      </dgm:t>
    </dgm:pt>
    <dgm:pt modelId="{CDF33194-9C60-4353-AF08-A090E233BB81}">
      <dgm:prSet/>
      <dgm:spPr/>
      <dgm:t>
        <a:bodyPr/>
        <a:lstStyle/>
        <a:p>
          <a:r>
            <a:rPr lang="en-US"/>
            <a:t>Perform</a:t>
          </a:r>
        </a:p>
      </dgm:t>
    </dgm:pt>
    <dgm:pt modelId="{FAAE56A4-C948-4953-9F87-033AB10E2B52}" type="parTrans" cxnId="{53B45970-9598-4A25-99DC-DEE5C27ACE6F}">
      <dgm:prSet/>
      <dgm:spPr/>
      <dgm:t>
        <a:bodyPr/>
        <a:lstStyle/>
        <a:p>
          <a:endParaRPr lang="en-US"/>
        </a:p>
      </dgm:t>
    </dgm:pt>
    <dgm:pt modelId="{D961F259-F363-43E5-808D-5B6AC724257E}" type="sibTrans" cxnId="{53B45970-9598-4A25-99DC-DEE5C27ACE6F}">
      <dgm:prSet/>
      <dgm:spPr/>
      <dgm:t>
        <a:bodyPr/>
        <a:lstStyle/>
        <a:p>
          <a:endParaRPr lang="en-US"/>
        </a:p>
      </dgm:t>
    </dgm:pt>
    <dgm:pt modelId="{6C0D3FBE-DFA1-4A73-B3C4-2A179F45DC19}">
      <dgm:prSet/>
      <dgm:spPr/>
      <dgm:t>
        <a:bodyPr/>
        <a:lstStyle/>
        <a:p>
          <a:r>
            <a:rPr lang="en-US"/>
            <a:t>Perform CRUD operations</a:t>
          </a:r>
        </a:p>
      </dgm:t>
    </dgm:pt>
    <dgm:pt modelId="{9C345400-6BE9-4F44-A099-E12FB6222DED}" type="parTrans" cxnId="{30D965EA-2254-4823-9D60-9C256695C782}">
      <dgm:prSet/>
      <dgm:spPr/>
      <dgm:t>
        <a:bodyPr/>
        <a:lstStyle/>
        <a:p>
          <a:endParaRPr lang="en-US"/>
        </a:p>
      </dgm:t>
    </dgm:pt>
    <dgm:pt modelId="{A0AD0D7A-B13B-4620-8DF2-ADC0599980EC}" type="sibTrans" cxnId="{30D965EA-2254-4823-9D60-9C256695C782}">
      <dgm:prSet/>
      <dgm:spPr/>
      <dgm:t>
        <a:bodyPr/>
        <a:lstStyle/>
        <a:p>
          <a:endParaRPr lang="en-US"/>
        </a:p>
      </dgm:t>
    </dgm:pt>
    <dgm:pt modelId="{467969BD-22A0-4EC2-9B7B-CCDB8236B40E}">
      <dgm:prSet/>
      <dgm:spPr/>
      <dgm:t>
        <a:bodyPr/>
        <a:lstStyle/>
        <a:p>
          <a:r>
            <a:rPr lang="en-US"/>
            <a:t>Run</a:t>
          </a:r>
        </a:p>
      </dgm:t>
    </dgm:pt>
    <dgm:pt modelId="{25E476DA-60E7-4372-B61D-D896C2791789}" type="parTrans" cxnId="{76B0B547-C9A5-4CD6-8E1B-56F7C68FD9F9}">
      <dgm:prSet/>
      <dgm:spPr/>
      <dgm:t>
        <a:bodyPr/>
        <a:lstStyle/>
        <a:p>
          <a:endParaRPr lang="en-US"/>
        </a:p>
      </dgm:t>
    </dgm:pt>
    <dgm:pt modelId="{433FD8AD-440D-4368-8780-624919973B1D}" type="sibTrans" cxnId="{76B0B547-C9A5-4CD6-8E1B-56F7C68FD9F9}">
      <dgm:prSet/>
      <dgm:spPr/>
      <dgm:t>
        <a:bodyPr/>
        <a:lstStyle/>
        <a:p>
          <a:endParaRPr lang="en-US"/>
        </a:p>
      </dgm:t>
    </dgm:pt>
    <dgm:pt modelId="{510675A8-346C-4B1B-B4CA-A5159EE8D3AE}">
      <dgm:prSet/>
      <dgm:spPr/>
      <dgm:t>
        <a:bodyPr/>
        <a:lstStyle/>
        <a:p>
          <a:r>
            <a:rPr lang="en-US"/>
            <a:t>Run Testers</a:t>
          </a:r>
        </a:p>
      </dgm:t>
    </dgm:pt>
    <dgm:pt modelId="{EE19E7F1-82D7-4FD9-A8ED-339D2A6AF742}" type="parTrans" cxnId="{B3C20CB8-FCFF-48B0-A0D7-6C6980E4231A}">
      <dgm:prSet/>
      <dgm:spPr/>
      <dgm:t>
        <a:bodyPr/>
        <a:lstStyle/>
        <a:p>
          <a:endParaRPr lang="en-US"/>
        </a:p>
      </dgm:t>
    </dgm:pt>
    <dgm:pt modelId="{EEEC4DD5-4D76-4B13-B981-617E73323565}" type="sibTrans" cxnId="{B3C20CB8-FCFF-48B0-A0D7-6C6980E4231A}">
      <dgm:prSet/>
      <dgm:spPr/>
      <dgm:t>
        <a:bodyPr/>
        <a:lstStyle/>
        <a:p>
          <a:endParaRPr lang="en-US"/>
        </a:p>
      </dgm:t>
    </dgm:pt>
    <dgm:pt modelId="{B00CB126-71BF-4674-9602-C4E0C9F34315}">
      <dgm:prSet/>
      <dgm:spPr/>
      <dgm:t>
        <a:bodyPr/>
        <a:lstStyle/>
        <a:p>
          <a:r>
            <a:rPr lang="en-US"/>
            <a:t>View</a:t>
          </a:r>
        </a:p>
      </dgm:t>
    </dgm:pt>
    <dgm:pt modelId="{044FD2F7-5882-4582-BDAF-2F6F8EF58B06}" type="parTrans" cxnId="{68FB4FED-3D81-4B11-BC41-5F8252772E4C}">
      <dgm:prSet/>
      <dgm:spPr/>
      <dgm:t>
        <a:bodyPr/>
        <a:lstStyle/>
        <a:p>
          <a:endParaRPr lang="en-US"/>
        </a:p>
      </dgm:t>
    </dgm:pt>
    <dgm:pt modelId="{ED23CA2D-CAFC-4182-B586-030F033169E0}" type="sibTrans" cxnId="{68FB4FED-3D81-4B11-BC41-5F8252772E4C}">
      <dgm:prSet/>
      <dgm:spPr/>
      <dgm:t>
        <a:bodyPr/>
        <a:lstStyle/>
        <a:p>
          <a:endParaRPr lang="en-US"/>
        </a:p>
      </dgm:t>
    </dgm:pt>
    <dgm:pt modelId="{36101946-A737-49E2-A2C0-63283A1D7172}">
      <dgm:prSet/>
      <dgm:spPr/>
      <dgm:t>
        <a:bodyPr/>
        <a:lstStyle/>
        <a:p>
          <a:r>
            <a:rPr lang="en-US"/>
            <a:t>View JSON/API output</a:t>
          </a:r>
        </a:p>
      </dgm:t>
    </dgm:pt>
    <dgm:pt modelId="{E2BF1B1A-3622-4ABF-B9BE-0DCBFBFAF1DE}" type="parTrans" cxnId="{5EE36593-9BBE-4AF4-9E43-E167B4CBFECE}">
      <dgm:prSet/>
      <dgm:spPr/>
      <dgm:t>
        <a:bodyPr/>
        <a:lstStyle/>
        <a:p>
          <a:endParaRPr lang="en-US"/>
        </a:p>
      </dgm:t>
    </dgm:pt>
    <dgm:pt modelId="{B2AC4E97-C6AA-4B18-83C6-EDC20C085D91}" type="sibTrans" cxnId="{5EE36593-9BBE-4AF4-9E43-E167B4CBFECE}">
      <dgm:prSet/>
      <dgm:spPr/>
      <dgm:t>
        <a:bodyPr/>
        <a:lstStyle/>
        <a:p>
          <a:endParaRPr lang="en-US"/>
        </a:p>
      </dgm:t>
    </dgm:pt>
    <dgm:pt modelId="{EA86C591-617A-441C-9796-CAEB78E3032C}" type="pres">
      <dgm:prSet presAssocID="{BA9AC01B-D9E7-425F-9AB1-7C3B2E4F01DE}" presName="Name0" presStyleCnt="0">
        <dgm:presLayoutVars>
          <dgm:dir/>
          <dgm:animLvl val="lvl"/>
          <dgm:resizeHandles val="exact"/>
        </dgm:presLayoutVars>
      </dgm:prSet>
      <dgm:spPr/>
    </dgm:pt>
    <dgm:pt modelId="{F91CC4A2-87B5-4161-ACBF-5DE70738AE3F}" type="pres">
      <dgm:prSet presAssocID="{B00CB126-71BF-4674-9602-C4E0C9F34315}" presName="boxAndChildren" presStyleCnt="0"/>
      <dgm:spPr/>
    </dgm:pt>
    <dgm:pt modelId="{FAC949F0-CCC6-47C3-A1E0-6981E2D02EC3}" type="pres">
      <dgm:prSet presAssocID="{B00CB126-71BF-4674-9602-C4E0C9F34315}" presName="parentTextBox" presStyleLbl="alignNode1" presStyleIdx="0" presStyleCnt="4"/>
      <dgm:spPr/>
    </dgm:pt>
    <dgm:pt modelId="{DF57C6B4-2FE0-4C5F-812A-C7FE186A6172}" type="pres">
      <dgm:prSet presAssocID="{B00CB126-71BF-4674-9602-C4E0C9F34315}" presName="descendantBox" presStyleLbl="bgAccFollowNode1" presStyleIdx="0" presStyleCnt="4"/>
      <dgm:spPr/>
    </dgm:pt>
    <dgm:pt modelId="{A527CBB8-7C94-4A71-980A-57F053CECF13}" type="pres">
      <dgm:prSet presAssocID="{433FD8AD-440D-4368-8780-624919973B1D}" presName="sp" presStyleCnt="0"/>
      <dgm:spPr/>
    </dgm:pt>
    <dgm:pt modelId="{8F73261B-AA8E-450A-8ADF-5749B1430AE2}" type="pres">
      <dgm:prSet presAssocID="{467969BD-22A0-4EC2-9B7B-CCDB8236B40E}" presName="arrowAndChildren" presStyleCnt="0"/>
      <dgm:spPr/>
    </dgm:pt>
    <dgm:pt modelId="{E5A7EC8E-7162-485C-8BCC-10BB7BC5C3BC}" type="pres">
      <dgm:prSet presAssocID="{467969BD-22A0-4EC2-9B7B-CCDB8236B40E}" presName="parentTextArrow" presStyleLbl="node1" presStyleIdx="0" presStyleCnt="0"/>
      <dgm:spPr/>
    </dgm:pt>
    <dgm:pt modelId="{23332E8F-7DDD-40F7-A908-354BE30885BD}" type="pres">
      <dgm:prSet presAssocID="{467969BD-22A0-4EC2-9B7B-CCDB8236B40E}" presName="arrow" presStyleLbl="alignNode1" presStyleIdx="1" presStyleCnt="4"/>
      <dgm:spPr/>
    </dgm:pt>
    <dgm:pt modelId="{1C32FE31-1B75-4480-993A-A640923BCC22}" type="pres">
      <dgm:prSet presAssocID="{467969BD-22A0-4EC2-9B7B-CCDB8236B40E}" presName="descendantArrow" presStyleLbl="bgAccFollowNode1" presStyleIdx="1" presStyleCnt="4"/>
      <dgm:spPr/>
    </dgm:pt>
    <dgm:pt modelId="{BE122DE8-91AD-45E9-B0C3-D3B9589FB879}" type="pres">
      <dgm:prSet presAssocID="{D961F259-F363-43E5-808D-5B6AC724257E}" presName="sp" presStyleCnt="0"/>
      <dgm:spPr/>
    </dgm:pt>
    <dgm:pt modelId="{A551C4E3-AFB3-42E6-ADFD-8A06B0A1CD6B}" type="pres">
      <dgm:prSet presAssocID="{CDF33194-9C60-4353-AF08-A090E233BB81}" presName="arrowAndChildren" presStyleCnt="0"/>
      <dgm:spPr/>
    </dgm:pt>
    <dgm:pt modelId="{F1F3B1A8-F3F6-4176-9A0D-5F1314B4347C}" type="pres">
      <dgm:prSet presAssocID="{CDF33194-9C60-4353-AF08-A090E233BB81}" presName="parentTextArrow" presStyleLbl="node1" presStyleIdx="0" presStyleCnt="0"/>
      <dgm:spPr/>
    </dgm:pt>
    <dgm:pt modelId="{38A30EDF-D9FF-4708-9BE8-F035F83AC8A8}" type="pres">
      <dgm:prSet presAssocID="{CDF33194-9C60-4353-AF08-A090E233BB81}" presName="arrow" presStyleLbl="alignNode1" presStyleIdx="2" presStyleCnt="4"/>
      <dgm:spPr/>
    </dgm:pt>
    <dgm:pt modelId="{DDBAF6DA-A39F-4EE7-904A-DA46ED423756}" type="pres">
      <dgm:prSet presAssocID="{CDF33194-9C60-4353-AF08-A090E233BB81}" presName="descendantArrow" presStyleLbl="bgAccFollowNode1" presStyleIdx="2" presStyleCnt="4"/>
      <dgm:spPr/>
    </dgm:pt>
    <dgm:pt modelId="{2DEB9121-BA32-4F76-B03D-53D17A5C2B2B}" type="pres">
      <dgm:prSet presAssocID="{3832BD4F-16C3-441E-AAE0-BD239784AE76}" presName="sp" presStyleCnt="0"/>
      <dgm:spPr/>
    </dgm:pt>
    <dgm:pt modelId="{BBBA51EF-80A1-467B-8A9F-05B8330704F4}" type="pres">
      <dgm:prSet presAssocID="{F66670B9-954F-4306-AC92-DBD943F170CF}" presName="arrowAndChildren" presStyleCnt="0"/>
      <dgm:spPr/>
    </dgm:pt>
    <dgm:pt modelId="{054CF382-8F3E-4534-8A6F-ACF44B6EAF2C}" type="pres">
      <dgm:prSet presAssocID="{F66670B9-954F-4306-AC92-DBD943F170CF}" presName="parentTextArrow" presStyleLbl="node1" presStyleIdx="0" presStyleCnt="0"/>
      <dgm:spPr/>
    </dgm:pt>
    <dgm:pt modelId="{B8E833FB-10CD-47DD-9F6F-A5A84A3884D2}" type="pres">
      <dgm:prSet presAssocID="{F66670B9-954F-4306-AC92-DBD943F170CF}" presName="arrow" presStyleLbl="alignNode1" presStyleIdx="3" presStyleCnt="4"/>
      <dgm:spPr/>
    </dgm:pt>
    <dgm:pt modelId="{A7FE0529-A0B7-45DC-B3F7-AB7C265CD301}" type="pres">
      <dgm:prSet presAssocID="{F66670B9-954F-4306-AC92-DBD943F170CF}" presName="descendantArrow" presStyleLbl="bgAccFollowNode1" presStyleIdx="3" presStyleCnt="4"/>
      <dgm:spPr/>
    </dgm:pt>
  </dgm:ptLst>
  <dgm:cxnLst>
    <dgm:cxn modelId="{448DC001-5C3D-48ED-AF43-2A821903C0CD}" srcId="{BA9AC01B-D9E7-425F-9AB1-7C3B2E4F01DE}" destId="{F66670B9-954F-4306-AC92-DBD943F170CF}" srcOrd="0" destOrd="0" parTransId="{C0C1EA96-300C-42D7-A42F-86D053CA55A8}" sibTransId="{3832BD4F-16C3-441E-AAE0-BD239784AE76}"/>
    <dgm:cxn modelId="{66F39302-1596-4F8A-900E-29D5D6D36215}" type="presOf" srcId="{CDF33194-9C60-4353-AF08-A090E233BB81}" destId="{38A30EDF-D9FF-4708-9BE8-F035F83AC8A8}" srcOrd="1" destOrd="0" presId="urn:microsoft.com/office/officeart/2016/7/layout/VerticalDownArrowProcess"/>
    <dgm:cxn modelId="{549AE712-8F9D-4BD4-B379-355731F44AEB}" type="presOf" srcId="{BA9AC01B-D9E7-425F-9AB1-7C3B2E4F01DE}" destId="{EA86C591-617A-441C-9796-CAEB78E3032C}" srcOrd="0" destOrd="0" presId="urn:microsoft.com/office/officeart/2016/7/layout/VerticalDownArrowProcess"/>
    <dgm:cxn modelId="{B8ABB61B-FD8E-48CA-921A-882758A7103B}" type="presOf" srcId="{467969BD-22A0-4EC2-9B7B-CCDB8236B40E}" destId="{E5A7EC8E-7162-485C-8BCC-10BB7BC5C3BC}" srcOrd="0" destOrd="0" presId="urn:microsoft.com/office/officeart/2016/7/layout/VerticalDownArrowProcess"/>
    <dgm:cxn modelId="{76B0B547-C9A5-4CD6-8E1B-56F7C68FD9F9}" srcId="{BA9AC01B-D9E7-425F-9AB1-7C3B2E4F01DE}" destId="{467969BD-22A0-4EC2-9B7B-CCDB8236B40E}" srcOrd="2" destOrd="0" parTransId="{25E476DA-60E7-4372-B61D-D896C2791789}" sibTransId="{433FD8AD-440D-4368-8780-624919973B1D}"/>
    <dgm:cxn modelId="{500C494D-4303-42FC-A791-DD9CCE816CC9}" type="presOf" srcId="{510675A8-346C-4B1B-B4CA-A5159EE8D3AE}" destId="{1C32FE31-1B75-4480-993A-A640923BCC22}" srcOrd="0" destOrd="0" presId="urn:microsoft.com/office/officeart/2016/7/layout/VerticalDownArrowProcess"/>
    <dgm:cxn modelId="{5E1C0E6F-A83C-40E4-BD81-DE07334FC0E2}" type="presOf" srcId="{6C0D3FBE-DFA1-4A73-B3C4-2A179F45DC19}" destId="{DDBAF6DA-A39F-4EE7-904A-DA46ED423756}" srcOrd="0" destOrd="0" presId="urn:microsoft.com/office/officeart/2016/7/layout/VerticalDownArrowProcess"/>
    <dgm:cxn modelId="{53B45970-9598-4A25-99DC-DEE5C27ACE6F}" srcId="{BA9AC01B-D9E7-425F-9AB1-7C3B2E4F01DE}" destId="{CDF33194-9C60-4353-AF08-A090E233BB81}" srcOrd="1" destOrd="0" parTransId="{FAAE56A4-C948-4953-9F87-033AB10E2B52}" sibTransId="{D961F259-F363-43E5-808D-5B6AC724257E}"/>
    <dgm:cxn modelId="{717D4A55-B8C4-44DC-BC7D-642356525FFD}" srcId="{F66670B9-954F-4306-AC92-DBD943F170CF}" destId="{FA356975-0746-4E44-A51B-4AFB2E808E5E}" srcOrd="0" destOrd="0" parTransId="{DE898AA1-1F02-4A8A-A623-F89B058D04C0}" sibTransId="{51F35F6A-5869-4583-82F3-38689086DF71}"/>
    <dgm:cxn modelId="{0FB61577-8746-4787-9063-75C86F021FFC}" type="presOf" srcId="{FA356975-0746-4E44-A51B-4AFB2E808E5E}" destId="{A7FE0529-A0B7-45DC-B3F7-AB7C265CD301}" srcOrd="0" destOrd="0" presId="urn:microsoft.com/office/officeart/2016/7/layout/VerticalDownArrowProcess"/>
    <dgm:cxn modelId="{034A1A8A-82B4-4CCC-BD1B-5BDECC467641}" type="presOf" srcId="{467969BD-22A0-4EC2-9B7B-CCDB8236B40E}" destId="{23332E8F-7DDD-40F7-A908-354BE30885BD}" srcOrd="1" destOrd="0" presId="urn:microsoft.com/office/officeart/2016/7/layout/VerticalDownArrowProcess"/>
    <dgm:cxn modelId="{D9724E8C-EE6A-46B2-B155-6F677D342ABF}" type="presOf" srcId="{F66670B9-954F-4306-AC92-DBD943F170CF}" destId="{B8E833FB-10CD-47DD-9F6F-A5A84A3884D2}" srcOrd="1" destOrd="0" presId="urn:microsoft.com/office/officeart/2016/7/layout/VerticalDownArrowProcess"/>
    <dgm:cxn modelId="{5EE36593-9BBE-4AF4-9E43-E167B4CBFECE}" srcId="{B00CB126-71BF-4674-9602-C4E0C9F34315}" destId="{36101946-A737-49E2-A2C0-63283A1D7172}" srcOrd="0" destOrd="0" parTransId="{E2BF1B1A-3622-4ABF-B9BE-0DCBFBFAF1DE}" sibTransId="{B2AC4E97-C6AA-4B18-83C6-EDC20C085D91}"/>
    <dgm:cxn modelId="{1DCC6A97-FA93-43C2-8434-552E55399226}" type="presOf" srcId="{F66670B9-954F-4306-AC92-DBD943F170CF}" destId="{054CF382-8F3E-4534-8A6F-ACF44B6EAF2C}" srcOrd="0" destOrd="0" presId="urn:microsoft.com/office/officeart/2016/7/layout/VerticalDownArrowProcess"/>
    <dgm:cxn modelId="{2CF740B4-3C20-4FBA-A2C5-EE2E69DDE4BA}" type="presOf" srcId="{CDF33194-9C60-4353-AF08-A090E233BB81}" destId="{F1F3B1A8-F3F6-4176-9A0D-5F1314B4347C}" srcOrd="0" destOrd="0" presId="urn:microsoft.com/office/officeart/2016/7/layout/VerticalDownArrowProcess"/>
    <dgm:cxn modelId="{B3C20CB8-FCFF-48B0-A0D7-6C6980E4231A}" srcId="{467969BD-22A0-4EC2-9B7B-CCDB8236B40E}" destId="{510675A8-346C-4B1B-B4CA-A5159EE8D3AE}" srcOrd="0" destOrd="0" parTransId="{EE19E7F1-82D7-4FD9-A8ED-339D2A6AF742}" sibTransId="{EEEC4DD5-4D76-4B13-B981-617E73323565}"/>
    <dgm:cxn modelId="{8D6B8ECB-3C97-42FB-9B99-660F18D6C5F0}" type="presOf" srcId="{36101946-A737-49E2-A2C0-63283A1D7172}" destId="{DF57C6B4-2FE0-4C5F-812A-C7FE186A6172}" srcOrd="0" destOrd="0" presId="urn:microsoft.com/office/officeart/2016/7/layout/VerticalDownArrowProcess"/>
    <dgm:cxn modelId="{3144CDCE-C436-4B9D-A252-CB28ABE23329}" type="presOf" srcId="{B00CB126-71BF-4674-9602-C4E0C9F34315}" destId="{FAC949F0-CCC6-47C3-A1E0-6981E2D02EC3}" srcOrd="0" destOrd="0" presId="urn:microsoft.com/office/officeart/2016/7/layout/VerticalDownArrowProcess"/>
    <dgm:cxn modelId="{30D965EA-2254-4823-9D60-9C256695C782}" srcId="{CDF33194-9C60-4353-AF08-A090E233BB81}" destId="{6C0D3FBE-DFA1-4A73-B3C4-2A179F45DC19}" srcOrd="0" destOrd="0" parTransId="{9C345400-6BE9-4F44-A099-E12FB6222DED}" sibTransId="{A0AD0D7A-B13B-4620-8DF2-ADC0599980EC}"/>
    <dgm:cxn modelId="{68FB4FED-3D81-4B11-BC41-5F8252772E4C}" srcId="{BA9AC01B-D9E7-425F-9AB1-7C3B2E4F01DE}" destId="{B00CB126-71BF-4674-9602-C4E0C9F34315}" srcOrd="3" destOrd="0" parTransId="{044FD2F7-5882-4582-BDAF-2F6F8EF58B06}" sibTransId="{ED23CA2D-CAFC-4182-B586-030F033169E0}"/>
    <dgm:cxn modelId="{BD317BA6-6E31-4D4B-84A0-52C61A2B3F1E}" type="presParOf" srcId="{EA86C591-617A-441C-9796-CAEB78E3032C}" destId="{F91CC4A2-87B5-4161-ACBF-5DE70738AE3F}" srcOrd="0" destOrd="0" presId="urn:microsoft.com/office/officeart/2016/7/layout/VerticalDownArrowProcess"/>
    <dgm:cxn modelId="{272A1A3C-032A-485B-97B1-83A03473642B}" type="presParOf" srcId="{F91CC4A2-87B5-4161-ACBF-5DE70738AE3F}" destId="{FAC949F0-CCC6-47C3-A1E0-6981E2D02EC3}" srcOrd="0" destOrd="0" presId="urn:microsoft.com/office/officeart/2016/7/layout/VerticalDownArrowProcess"/>
    <dgm:cxn modelId="{3227FDD1-A4A8-4B9F-873D-519CDCAEEE3A}" type="presParOf" srcId="{F91CC4A2-87B5-4161-ACBF-5DE70738AE3F}" destId="{DF57C6B4-2FE0-4C5F-812A-C7FE186A6172}" srcOrd="1" destOrd="0" presId="urn:microsoft.com/office/officeart/2016/7/layout/VerticalDownArrowProcess"/>
    <dgm:cxn modelId="{5156E27A-AF0E-4C0D-8DFD-11BDD645E643}" type="presParOf" srcId="{EA86C591-617A-441C-9796-CAEB78E3032C}" destId="{A527CBB8-7C94-4A71-980A-57F053CECF13}" srcOrd="1" destOrd="0" presId="urn:microsoft.com/office/officeart/2016/7/layout/VerticalDownArrowProcess"/>
    <dgm:cxn modelId="{97AB9F59-DEDC-4C28-9EBA-2788C5AC5BD5}" type="presParOf" srcId="{EA86C591-617A-441C-9796-CAEB78E3032C}" destId="{8F73261B-AA8E-450A-8ADF-5749B1430AE2}" srcOrd="2" destOrd="0" presId="urn:microsoft.com/office/officeart/2016/7/layout/VerticalDownArrowProcess"/>
    <dgm:cxn modelId="{13E2BC27-35CA-4601-A3DE-A93E08AAC08F}" type="presParOf" srcId="{8F73261B-AA8E-450A-8ADF-5749B1430AE2}" destId="{E5A7EC8E-7162-485C-8BCC-10BB7BC5C3BC}" srcOrd="0" destOrd="0" presId="urn:microsoft.com/office/officeart/2016/7/layout/VerticalDownArrowProcess"/>
    <dgm:cxn modelId="{18F070ED-A4F9-4D3B-AF34-C02BC8D837C0}" type="presParOf" srcId="{8F73261B-AA8E-450A-8ADF-5749B1430AE2}" destId="{23332E8F-7DDD-40F7-A908-354BE30885BD}" srcOrd="1" destOrd="0" presId="urn:microsoft.com/office/officeart/2016/7/layout/VerticalDownArrowProcess"/>
    <dgm:cxn modelId="{8D940456-EEEF-46B8-8431-837EBCCB0830}" type="presParOf" srcId="{8F73261B-AA8E-450A-8ADF-5749B1430AE2}" destId="{1C32FE31-1B75-4480-993A-A640923BCC22}" srcOrd="2" destOrd="0" presId="urn:microsoft.com/office/officeart/2016/7/layout/VerticalDownArrowProcess"/>
    <dgm:cxn modelId="{B4A93B5E-B911-49F7-A873-9BC45C07C394}" type="presParOf" srcId="{EA86C591-617A-441C-9796-CAEB78E3032C}" destId="{BE122DE8-91AD-45E9-B0C3-D3B9589FB879}" srcOrd="3" destOrd="0" presId="urn:microsoft.com/office/officeart/2016/7/layout/VerticalDownArrowProcess"/>
    <dgm:cxn modelId="{EF15C484-3F38-4390-B8E6-8FDDCA61E869}" type="presParOf" srcId="{EA86C591-617A-441C-9796-CAEB78E3032C}" destId="{A551C4E3-AFB3-42E6-ADFD-8A06B0A1CD6B}" srcOrd="4" destOrd="0" presId="urn:microsoft.com/office/officeart/2016/7/layout/VerticalDownArrowProcess"/>
    <dgm:cxn modelId="{262E1447-C9ED-48A8-94A9-34C3512311E8}" type="presParOf" srcId="{A551C4E3-AFB3-42E6-ADFD-8A06B0A1CD6B}" destId="{F1F3B1A8-F3F6-4176-9A0D-5F1314B4347C}" srcOrd="0" destOrd="0" presId="urn:microsoft.com/office/officeart/2016/7/layout/VerticalDownArrowProcess"/>
    <dgm:cxn modelId="{32BDB2E9-96E0-4EA0-94B7-0D9F2DB5539B}" type="presParOf" srcId="{A551C4E3-AFB3-42E6-ADFD-8A06B0A1CD6B}" destId="{38A30EDF-D9FF-4708-9BE8-F035F83AC8A8}" srcOrd="1" destOrd="0" presId="urn:microsoft.com/office/officeart/2016/7/layout/VerticalDownArrowProcess"/>
    <dgm:cxn modelId="{CE58A599-648F-4F28-94EE-D5A88C07E75E}" type="presParOf" srcId="{A551C4E3-AFB3-42E6-ADFD-8A06B0A1CD6B}" destId="{DDBAF6DA-A39F-4EE7-904A-DA46ED423756}" srcOrd="2" destOrd="0" presId="urn:microsoft.com/office/officeart/2016/7/layout/VerticalDownArrowProcess"/>
    <dgm:cxn modelId="{921F6C92-847E-414D-A131-58F336E095DD}" type="presParOf" srcId="{EA86C591-617A-441C-9796-CAEB78E3032C}" destId="{2DEB9121-BA32-4F76-B03D-53D17A5C2B2B}" srcOrd="5" destOrd="0" presId="urn:microsoft.com/office/officeart/2016/7/layout/VerticalDownArrowProcess"/>
    <dgm:cxn modelId="{CADB9299-8217-4004-AD52-300AA73DFD6A}" type="presParOf" srcId="{EA86C591-617A-441C-9796-CAEB78E3032C}" destId="{BBBA51EF-80A1-467B-8A9F-05B8330704F4}" srcOrd="6" destOrd="0" presId="urn:microsoft.com/office/officeart/2016/7/layout/VerticalDownArrowProcess"/>
    <dgm:cxn modelId="{CEA5549F-6499-4BD7-BC47-91652E18D2E7}" type="presParOf" srcId="{BBBA51EF-80A1-467B-8A9F-05B8330704F4}" destId="{054CF382-8F3E-4534-8A6F-ACF44B6EAF2C}" srcOrd="0" destOrd="0" presId="urn:microsoft.com/office/officeart/2016/7/layout/VerticalDownArrowProcess"/>
    <dgm:cxn modelId="{C1409630-A27F-40C0-9208-D5DC65F7F5FF}" type="presParOf" srcId="{BBBA51EF-80A1-467B-8A9F-05B8330704F4}" destId="{B8E833FB-10CD-47DD-9F6F-A5A84A3884D2}" srcOrd="1" destOrd="0" presId="urn:microsoft.com/office/officeart/2016/7/layout/VerticalDownArrowProcess"/>
    <dgm:cxn modelId="{ACE6B23E-8F7F-4D15-BC32-B77F643F7C4A}" type="presParOf" srcId="{BBBA51EF-80A1-467B-8A9F-05B8330704F4}" destId="{A7FE0529-A0B7-45DC-B3F7-AB7C265CD30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2680F6-3785-4DC5-BDC1-6828E30660E7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DBC3745-6D6D-4030-96A5-5EFD953B4BDE}">
      <dgm:prSet/>
      <dgm:spPr/>
      <dgm:t>
        <a:bodyPr/>
        <a:lstStyle/>
        <a:p>
          <a:r>
            <a:rPr lang="en-US"/>
            <a:t>Check</a:t>
          </a:r>
        </a:p>
      </dgm:t>
    </dgm:pt>
    <dgm:pt modelId="{3A3B29A8-FC31-45A6-B1A5-2A5E553FD02C}" type="parTrans" cxnId="{BDEB09AF-7BE6-432B-A350-4D30AEDC9B47}">
      <dgm:prSet/>
      <dgm:spPr/>
      <dgm:t>
        <a:bodyPr/>
        <a:lstStyle/>
        <a:p>
          <a:endParaRPr lang="en-US"/>
        </a:p>
      </dgm:t>
    </dgm:pt>
    <dgm:pt modelId="{566DA0B4-E2EC-48FB-9ECE-FC9CD7334C68}" type="sibTrans" cxnId="{BDEB09AF-7BE6-432B-A350-4D30AEDC9B47}">
      <dgm:prSet/>
      <dgm:spPr/>
      <dgm:t>
        <a:bodyPr/>
        <a:lstStyle/>
        <a:p>
          <a:endParaRPr lang="en-US"/>
        </a:p>
      </dgm:t>
    </dgm:pt>
    <dgm:pt modelId="{435084BF-A5B6-404C-982C-CE4DE5C4B182}">
      <dgm:prSet/>
      <dgm:spPr/>
      <dgm:t>
        <a:bodyPr/>
        <a:lstStyle/>
        <a:p>
          <a:r>
            <a:rPr lang="en-US"/>
            <a:t>- Check browser console</a:t>
          </a:r>
        </a:p>
      </dgm:t>
    </dgm:pt>
    <dgm:pt modelId="{0C1944DB-67E2-4AC0-A451-7C890A23386C}" type="parTrans" cxnId="{EF00EBF5-3247-4CB5-85EE-F6B90E2578AE}">
      <dgm:prSet/>
      <dgm:spPr/>
      <dgm:t>
        <a:bodyPr/>
        <a:lstStyle/>
        <a:p>
          <a:endParaRPr lang="en-US"/>
        </a:p>
      </dgm:t>
    </dgm:pt>
    <dgm:pt modelId="{C8FC61F3-4AD2-410B-8B2F-A36C6BB8B455}" type="sibTrans" cxnId="{EF00EBF5-3247-4CB5-85EE-F6B90E2578AE}">
      <dgm:prSet/>
      <dgm:spPr/>
      <dgm:t>
        <a:bodyPr/>
        <a:lstStyle/>
        <a:p>
          <a:endParaRPr lang="en-US"/>
        </a:p>
      </dgm:t>
    </dgm:pt>
    <dgm:pt modelId="{F1098F28-470D-4826-8110-AA29B20FFBA1}">
      <dgm:prSet/>
      <dgm:spPr/>
      <dgm:t>
        <a:bodyPr/>
        <a:lstStyle/>
        <a:p>
          <a:r>
            <a:rPr lang="en-US"/>
            <a:t>Use</a:t>
          </a:r>
        </a:p>
      </dgm:t>
    </dgm:pt>
    <dgm:pt modelId="{49DE84E0-A596-469C-9C41-493C5DAEEF77}" type="parTrans" cxnId="{F954B68F-F671-4169-9596-E06695EAA443}">
      <dgm:prSet/>
      <dgm:spPr/>
      <dgm:t>
        <a:bodyPr/>
        <a:lstStyle/>
        <a:p>
          <a:endParaRPr lang="en-US"/>
        </a:p>
      </dgm:t>
    </dgm:pt>
    <dgm:pt modelId="{08721647-023D-4A38-ABA9-614A5423B4C1}" type="sibTrans" cxnId="{F954B68F-F671-4169-9596-E06695EAA443}">
      <dgm:prSet/>
      <dgm:spPr/>
      <dgm:t>
        <a:bodyPr/>
        <a:lstStyle/>
        <a:p>
          <a:endParaRPr lang="en-US"/>
        </a:p>
      </dgm:t>
    </dgm:pt>
    <dgm:pt modelId="{6FF1F6D4-14E4-4BD3-ACE2-BAEA63D892BF}">
      <dgm:prSet/>
      <dgm:spPr/>
      <dgm:t>
        <a:bodyPr/>
        <a:lstStyle/>
        <a:p>
          <a:r>
            <a:rPr lang="en-US"/>
            <a:t>- Use echo/print in PHP</a:t>
          </a:r>
        </a:p>
      </dgm:t>
    </dgm:pt>
    <dgm:pt modelId="{5CCF113E-9265-45AE-B400-5A107EC0949B}" type="parTrans" cxnId="{3BCF3531-2223-4567-8348-EE50A9596DB8}">
      <dgm:prSet/>
      <dgm:spPr/>
      <dgm:t>
        <a:bodyPr/>
        <a:lstStyle/>
        <a:p>
          <a:endParaRPr lang="en-US"/>
        </a:p>
      </dgm:t>
    </dgm:pt>
    <dgm:pt modelId="{9388F816-576B-412D-BEAE-DBC697CA378B}" type="sibTrans" cxnId="{3BCF3531-2223-4567-8348-EE50A9596DB8}">
      <dgm:prSet/>
      <dgm:spPr/>
      <dgm:t>
        <a:bodyPr/>
        <a:lstStyle/>
        <a:p>
          <a:endParaRPr lang="en-US"/>
        </a:p>
      </dgm:t>
    </dgm:pt>
    <dgm:pt modelId="{6A5D6D73-C7FE-4107-994F-56D86B7A0712}">
      <dgm:prSet/>
      <dgm:spPr/>
      <dgm:t>
        <a:bodyPr/>
        <a:lstStyle/>
        <a:p>
          <a:r>
            <a:rPr lang="en-US"/>
            <a:t>Validate</a:t>
          </a:r>
        </a:p>
      </dgm:t>
    </dgm:pt>
    <dgm:pt modelId="{809923EE-61EB-4901-89FC-E611F4667F80}" type="parTrans" cxnId="{DDDDC775-27EE-4E83-BB55-4039A38B3168}">
      <dgm:prSet/>
      <dgm:spPr/>
      <dgm:t>
        <a:bodyPr/>
        <a:lstStyle/>
        <a:p>
          <a:endParaRPr lang="en-US"/>
        </a:p>
      </dgm:t>
    </dgm:pt>
    <dgm:pt modelId="{B803066A-E164-4C76-8EF1-7EAF0481E15D}" type="sibTrans" cxnId="{DDDDC775-27EE-4E83-BB55-4039A38B3168}">
      <dgm:prSet/>
      <dgm:spPr/>
      <dgm:t>
        <a:bodyPr/>
        <a:lstStyle/>
        <a:p>
          <a:endParaRPr lang="en-US"/>
        </a:p>
      </dgm:t>
    </dgm:pt>
    <dgm:pt modelId="{000F0318-F076-49E2-B0A5-A7A245E11456}">
      <dgm:prSet/>
      <dgm:spPr/>
      <dgm:t>
        <a:bodyPr/>
        <a:lstStyle/>
        <a:p>
          <a:r>
            <a:rPr lang="en-US"/>
            <a:t>- Validate JSON output</a:t>
          </a:r>
        </a:p>
      </dgm:t>
    </dgm:pt>
    <dgm:pt modelId="{177297A7-D6C5-45BC-BA4E-C1B2EB4B95D8}" type="parTrans" cxnId="{66150C37-314C-415B-A588-DAFDFD122BBA}">
      <dgm:prSet/>
      <dgm:spPr/>
      <dgm:t>
        <a:bodyPr/>
        <a:lstStyle/>
        <a:p>
          <a:endParaRPr lang="en-US"/>
        </a:p>
      </dgm:t>
    </dgm:pt>
    <dgm:pt modelId="{11499502-D3C6-499F-9A13-2E86A2A3C4DD}" type="sibTrans" cxnId="{66150C37-314C-415B-A588-DAFDFD122BBA}">
      <dgm:prSet/>
      <dgm:spPr/>
      <dgm:t>
        <a:bodyPr/>
        <a:lstStyle/>
        <a:p>
          <a:endParaRPr lang="en-US"/>
        </a:p>
      </dgm:t>
    </dgm:pt>
    <dgm:pt modelId="{73C0FC47-A966-4FF3-A3A1-ED883FB95B11}">
      <dgm:prSet/>
      <dgm:spPr/>
      <dgm:t>
        <a:bodyPr/>
        <a:lstStyle/>
        <a:p>
          <a:r>
            <a:rPr lang="en-US"/>
            <a:t>Test</a:t>
          </a:r>
        </a:p>
      </dgm:t>
    </dgm:pt>
    <dgm:pt modelId="{F8AF3A8C-4EC1-43CB-ABF6-BEA8C0B1A979}" type="parTrans" cxnId="{FB181494-8780-4807-A8A4-684FFCC0579C}">
      <dgm:prSet/>
      <dgm:spPr/>
      <dgm:t>
        <a:bodyPr/>
        <a:lstStyle/>
        <a:p>
          <a:endParaRPr lang="en-US"/>
        </a:p>
      </dgm:t>
    </dgm:pt>
    <dgm:pt modelId="{394A119F-6CBA-4451-9683-E75D35052490}" type="sibTrans" cxnId="{FB181494-8780-4807-A8A4-684FFCC0579C}">
      <dgm:prSet/>
      <dgm:spPr/>
      <dgm:t>
        <a:bodyPr/>
        <a:lstStyle/>
        <a:p>
          <a:endParaRPr lang="en-US"/>
        </a:p>
      </dgm:t>
    </dgm:pt>
    <dgm:pt modelId="{AF0EC438-E899-48F5-9BC5-726C69435254}">
      <dgm:prSet/>
      <dgm:spPr/>
      <dgm:t>
        <a:bodyPr/>
        <a:lstStyle/>
        <a:p>
          <a:r>
            <a:rPr lang="en-US"/>
            <a:t>- Test endpoints directly</a:t>
          </a:r>
        </a:p>
      </dgm:t>
    </dgm:pt>
    <dgm:pt modelId="{3566197D-4A8A-41EA-9D29-2801E7DE5437}" type="parTrans" cxnId="{11DD5CEF-AF5E-46FC-BF9A-07F534494D58}">
      <dgm:prSet/>
      <dgm:spPr/>
      <dgm:t>
        <a:bodyPr/>
        <a:lstStyle/>
        <a:p>
          <a:endParaRPr lang="en-US"/>
        </a:p>
      </dgm:t>
    </dgm:pt>
    <dgm:pt modelId="{BCF47EC4-193C-4542-97BA-415E23FF9103}" type="sibTrans" cxnId="{11DD5CEF-AF5E-46FC-BF9A-07F534494D58}">
      <dgm:prSet/>
      <dgm:spPr/>
      <dgm:t>
        <a:bodyPr/>
        <a:lstStyle/>
        <a:p>
          <a:endParaRPr lang="en-US"/>
        </a:p>
      </dgm:t>
    </dgm:pt>
    <dgm:pt modelId="{66778500-F132-4064-ACE5-F5C500DAF474}" type="pres">
      <dgm:prSet presAssocID="{B82680F6-3785-4DC5-BDC1-6828E30660E7}" presName="Name0" presStyleCnt="0">
        <dgm:presLayoutVars>
          <dgm:dir/>
          <dgm:animLvl val="lvl"/>
          <dgm:resizeHandles val="exact"/>
        </dgm:presLayoutVars>
      </dgm:prSet>
      <dgm:spPr/>
    </dgm:pt>
    <dgm:pt modelId="{4250EEC7-1995-4EF6-8EF2-146958ACF5FD}" type="pres">
      <dgm:prSet presAssocID="{8DBC3745-6D6D-4030-96A5-5EFD953B4BDE}" presName="composite" presStyleCnt="0"/>
      <dgm:spPr/>
    </dgm:pt>
    <dgm:pt modelId="{F26B1FDA-B7CC-4BED-8CC4-9F2C96130D13}" type="pres">
      <dgm:prSet presAssocID="{8DBC3745-6D6D-4030-96A5-5EFD953B4BDE}" presName="parTx" presStyleLbl="alignNode1" presStyleIdx="0" presStyleCnt="4">
        <dgm:presLayoutVars>
          <dgm:chMax val="0"/>
          <dgm:chPref val="0"/>
        </dgm:presLayoutVars>
      </dgm:prSet>
      <dgm:spPr/>
    </dgm:pt>
    <dgm:pt modelId="{63C4DB94-373D-46F4-9862-9101D7C94012}" type="pres">
      <dgm:prSet presAssocID="{8DBC3745-6D6D-4030-96A5-5EFD953B4BDE}" presName="desTx" presStyleLbl="alignAccFollowNode1" presStyleIdx="0" presStyleCnt="4">
        <dgm:presLayoutVars/>
      </dgm:prSet>
      <dgm:spPr/>
    </dgm:pt>
    <dgm:pt modelId="{E7284CE8-6CB7-4B46-84FE-806C1CF8AE00}" type="pres">
      <dgm:prSet presAssocID="{566DA0B4-E2EC-48FB-9ECE-FC9CD7334C68}" presName="space" presStyleCnt="0"/>
      <dgm:spPr/>
    </dgm:pt>
    <dgm:pt modelId="{29BF45FA-82E3-48AB-9F47-32F541D14488}" type="pres">
      <dgm:prSet presAssocID="{F1098F28-470D-4826-8110-AA29B20FFBA1}" presName="composite" presStyleCnt="0"/>
      <dgm:spPr/>
    </dgm:pt>
    <dgm:pt modelId="{D29230E0-7C9E-4BE6-B59E-EC80DD06992B}" type="pres">
      <dgm:prSet presAssocID="{F1098F28-470D-4826-8110-AA29B20FFBA1}" presName="parTx" presStyleLbl="alignNode1" presStyleIdx="1" presStyleCnt="4">
        <dgm:presLayoutVars>
          <dgm:chMax val="0"/>
          <dgm:chPref val="0"/>
        </dgm:presLayoutVars>
      </dgm:prSet>
      <dgm:spPr/>
    </dgm:pt>
    <dgm:pt modelId="{7F56BE1A-C06E-41E9-8A43-00DEAEC95DDD}" type="pres">
      <dgm:prSet presAssocID="{F1098F28-470D-4826-8110-AA29B20FFBA1}" presName="desTx" presStyleLbl="alignAccFollowNode1" presStyleIdx="1" presStyleCnt="4">
        <dgm:presLayoutVars/>
      </dgm:prSet>
      <dgm:spPr/>
    </dgm:pt>
    <dgm:pt modelId="{41665C0D-F18D-487D-8112-146C1CCFA6C3}" type="pres">
      <dgm:prSet presAssocID="{08721647-023D-4A38-ABA9-614A5423B4C1}" presName="space" presStyleCnt="0"/>
      <dgm:spPr/>
    </dgm:pt>
    <dgm:pt modelId="{9E5F708D-92EB-4453-A37E-0CEF233AE2E4}" type="pres">
      <dgm:prSet presAssocID="{6A5D6D73-C7FE-4107-994F-56D86B7A0712}" presName="composite" presStyleCnt="0"/>
      <dgm:spPr/>
    </dgm:pt>
    <dgm:pt modelId="{F95C2836-97D0-49B9-84B5-AC4C8A71CC5E}" type="pres">
      <dgm:prSet presAssocID="{6A5D6D73-C7FE-4107-994F-56D86B7A0712}" presName="parTx" presStyleLbl="alignNode1" presStyleIdx="2" presStyleCnt="4">
        <dgm:presLayoutVars>
          <dgm:chMax val="0"/>
          <dgm:chPref val="0"/>
        </dgm:presLayoutVars>
      </dgm:prSet>
      <dgm:spPr/>
    </dgm:pt>
    <dgm:pt modelId="{DD410C3B-211D-4FC5-908D-ED73234ECF80}" type="pres">
      <dgm:prSet presAssocID="{6A5D6D73-C7FE-4107-994F-56D86B7A0712}" presName="desTx" presStyleLbl="alignAccFollowNode1" presStyleIdx="2" presStyleCnt="4">
        <dgm:presLayoutVars/>
      </dgm:prSet>
      <dgm:spPr/>
    </dgm:pt>
    <dgm:pt modelId="{75D57A28-EEAF-43F3-8CAC-C075235D4E8E}" type="pres">
      <dgm:prSet presAssocID="{B803066A-E164-4C76-8EF1-7EAF0481E15D}" presName="space" presStyleCnt="0"/>
      <dgm:spPr/>
    </dgm:pt>
    <dgm:pt modelId="{46A6FC67-A0D5-4F51-9765-A4105343D6A2}" type="pres">
      <dgm:prSet presAssocID="{73C0FC47-A966-4FF3-A3A1-ED883FB95B11}" presName="composite" presStyleCnt="0"/>
      <dgm:spPr/>
    </dgm:pt>
    <dgm:pt modelId="{55DA0444-E030-491F-B793-09FAD17EB619}" type="pres">
      <dgm:prSet presAssocID="{73C0FC47-A966-4FF3-A3A1-ED883FB95B11}" presName="parTx" presStyleLbl="alignNode1" presStyleIdx="3" presStyleCnt="4">
        <dgm:presLayoutVars>
          <dgm:chMax val="0"/>
          <dgm:chPref val="0"/>
        </dgm:presLayoutVars>
      </dgm:prSet>
      <dgm:spPr/>
    </dgm:pt>
    <dgm:pt modelId="{29B694D5-D5EF-4A72-B56C-1DEF3F1701C5}" type="pres">
      <dgm:prSet presAssocID="{73C0FC47-A966-4FF3-A3A1-ED883FB95B11}" presName="desTx" presStyleLbl="alignAccFollowNode1" presStyleIdx="3" presStyleCnt="4">
        <dgm:presLayoutVars/>
      </dgm:prSet>
      <dgm:spPr/>
    </dgm:pt>
  </dgm:ptLst>
  <dgm:cxnLst>
    <dgm:cxn modelId="{3A3AC506-70DC-4133-B8A2-C2C870EA7640}" type="presOf" srcId="{000F0318-F076-49E2-B0A5-A7A245E11456}" destId="{DD410C3B-211D-4FC5-908D-ED73234ECF80}" srcOrd="0" destOrd="0" presId="urn:microsoft.com/office/officeart/2016/7/layout/HorizontalActionList"/>
    <dgm:cxn modelId="{0E409B1B-887B-42F7-8974-C0B48165C9BE}" type="presOf" srcId="{F1098F28-470D-4826-8110-AA29B20FFBA1}" destId="{D29230E0-7C9E-4BE6-B59E-EC80DD06992B}" srcOrd="0" destOrd="0" presId="urn:microsoft.com/office/officeart/2016/7/layout/HorizontalActionList"/>
    <dgm:cxn modelId="{3BCF3531-2223-4567-8348-EE50A9596DB8}" srcId="{F1098F28-470D-4826-8110-AA29B20FFBA1}" destId="{6FF1F6D4-14E4-4BD3-ACE2-BAEA63D892BF}" srcOrd="0" destOrd="0" parTransId="{5CCF113E-9265-45AE-B400-5A107EC0949B}" sibTransId="{9388F816-576B-412D-BEAE-DBC697CA378B}"/>
    <dgm:cxn modelId="{66150C37-314C-415B-A588-DAFDFD122BBA}" srcId="{6A5D6D73-C7FE-4107-994F-56D86B7A0712}" destId="{000F0318-F076-49E2-B0A5-A7A245E11456}" srcOrd="0" destOrd="0" parTransId="{177297A7-D6C5-45BC-BA4E-C1B2EB4B95D8}" sibTransId="{11499502-D3C6-499F-9A13-2E86A2A3C4DD}"/>
    <dgm:cxn modelId="{548A8A5E-A05E-406D-9BBA-7E0046D3780D}" type="presOf" srcId="{435084BF-A5B6-404C-982C-CE4DE5C4B182}" destId="{63C4DB94-373D-46F4-9862-9101D7C94012}" srcOrd="0" destOrd="0" presId="urn:microsoft.com/office/officeart/2016/7/layout/HorizontalActionList"/>
    <dgm:cxn modelId="{DDDDC775-27EE-4E83-BB55-4039A38B3168}" srcId="{B82680F6-3785-4DC5-BDC1-6828E30660E7}" destId="{6A5D6D73-C7FE-4107-994F-56D86B7A0712}" srcOrd="2" destOrd="0" parTransId="{809923EE-61EB-4901-89FC-E611F4667F80}" sibTransId="{B803066A-E164-4C76-8EF1-7EAF0481E15D}"/>
    <dgm:cxn modelId="{3291497B-BEC4-455B-8171-4A09D4CB03DF}" type="presOf" srcId="{73C0FC47-A966-4FF3-A3A1-ED883FB95B11}" destId="{55DA0444-E030-491F-B793-09FAD17EB619}" srcOrd="0" destOrd="0" presId="urn:microsoft.com/office/officeart/2016/7/layout/HorizontalActionList"/>
    <dgm:cxn modelId="{9EB1D17E-A4AD-4EEF-86F6-0AC3CBA65CAD}" type="presOf" srcId="{AF0EC438-E899-48F5-9BC5-726C69435254}" destId="{29B694D5-D5EF-4A72-B56C-1DEF3F1701C5}" srcOrd="0" destOrd="0" presId="urn:microsoft.com/office/officeart/2016/7/layout/HorizontalActionList"/>
    <dgm:cxn modelId="{57664683-92B8-4377-8378-CB04F219496A}" type="presOf" srcId="{8DBC3745-6D6D-4030-96A5-5EFD953B4BDE}" destId="{F26B1FDA-B7CC-4BED-8CC4-9F2C96130D13}" srcOrd="0" destOrd="0" presId="urn:microsoft.com/office/officeart/2016/7/layout/HorizontalActionList"/>
    <dgm:cxn modelId="{952D8D8C-5789-46C2-8700-C3B5439D24C9}" type="presOf" srcId="{6A5D6D73-C7FE-4107-994F-56D86B7A0712}" destId="{F95C2836-97D0-49B9-84B5-AC4C8A71CC5E}" srcOrd="0" destOrd="0" presId="urn:microsoft.com/office/officeart/2016/7/layout/HorizontalActionList"/>
    <dgm:cxn modelId="{F954B68F-F671-4169-9596-E06695EAA443}" srcId="{B82680F6-3785-4DC5-BDC1-6828E30660E7}" destId="{F1098F28-470D-4826-8110-AA29B20FFBA1}" srcOrd="1" destOrd="0" parTransId="{49DE84E0-A596-469C-9C41-493C5DAEEF77}" sibTransId="{08721647-023D-4A38-ABA9-614A5423B4C1}"/>
    <dgm:cxn modelId="{FB181494-8780-4807-A8A4-684FFCC0579C}" srcId="{B82680F6-3785-4DC5-BDC1-6828E30660E7}" destId="{73C0FC47-A966-4FF3-A3A1-ED883FB95B11}" srcOrd="3" destOrd="0" parTransId="{F8AF3A8C-4EC1-43CB-ABF6-BEA8C0B1A979}" sibTransId="{394A119F-6CBA-4451-9683-E75D35052490}"/>
    <dgm:cxn modelId="{BDEB09AF-7BE6-432B-A350-4D30AEDC9B47}" srcId="{B82680F6-3785-4DC5-BDC1-6828E30660E7}" destId="{8DBC3745-6D6D-4030-96A5-5EFD953B4BDE}" srcOrd="0" destOrd="0" parTransId="{3A3B29A8-FC31-45A6-B1A5-2A5E553FD02C}" sibTransId="{566DA0B4-E2EC-48FB-9ECE-FC9CD7334C68}"/>
    <dgm:cxn modelId="{457763BF-EE4E-4548-BA8E-CAA71EF6BD7B}" type="presOf" srcId="{6FF1F6D4-14E4-4BD3-ACE2-BAEA63D892BF}" destId="{7F56BE1A-C06E-41E9-8A43-00DEAEC95DDD}" srcOrd="0" destOrd="0" presId="urn:microsoft.com/office/officeart/2016/7/layout/HorizontalActionList"/>
    <dgm:cxn modelId="{940686DB-79D4-44BA-AFE3-327A57F78E1B}" type="presOf" srcId="{B82680F6-3785-4DC5-BDC1-6828E30660E7}" destId="{66778500-F132-4064-ACE5-F5C500DAF474}" srcOrd="0" destOrd="0" presId="urn:microsoft.com/office/officeart/2016/7/layout/HorizontalActionList"/>
    <dgm:cxn modelId="{11DD5CEF-AF5E-46FC-BF9A-07F534494D58}" srcId="{73C0FC47-A966-4FF3-A3A1-ED883FB95B11}" destId="{AF0EC438-E899-48F5-9BC5-726C69435254}" srcOrd="0" destOrd="0" parTransId="{3566197D-4A8A-41EA-9D29-2801E7DE5437}" sibTransId="{BCF47EC4-193C-4542-97BA-415E23FF9103}"/>
    <dgm:cxn modelId="{EF00EBF5-3247-4CB5-85EE-F6B90E2578AE}" srcId="{8DBC3745-6D6D-4030-96A5-5EFD953B4BDE}" destId="{435084BF-A5B6-404C-982C-CE4DE5C4B182}" srcOrd="0" destOrd="0" parTransId="{0C1944DB-67E2-4AC0-A451-7C890A23386C}" sibTransId="{C8FC61F3-4AD2-410B-8B2F-A36C6BB8B455}"/>
    <dgm:cxn modelId="{4C4CD01A-EA65-47A8-8E1D-1029E193EB23}" type="presParOf" srcId="{66778500-F132-4064-ACE5-F5C500DAF474}" destId="{4250EEC7-1995-4EF6-8EF2-146958ACF5FD}" srcOrd="0" destOrd="0" presId="urn:microsoft.com/office/officeart/2016/7/layout/HorizontalActionList"/>
    <dgm:cxn modelId="{52C835F1-8687-460F-9E8A-39EBD87D6D11}" type="presParOf" srcId="{4250EEC7-1995-4EF6-8EF2-146958ACF5FD}" destId="{F26B1FDA-B7CC-4BED-8CC4-9F2C96130D13}" srcOrd="0" destOrd="0" presId="urn:microsoft.com/office/officeart/2016/7/layout/HorizontalActionList"/>
    <dgm:cxn modelId="{03377F52-4A22-4B53-9843-9EDF8C613EAE}" type="presParOf" srcId="{4250EEC7-1995-4EF6-8EF2-146958ACF5FD}" destId="{63C4DB94-373D-46F4-9862-9101D7C94012}" srcOrd="1" destOrd="0" presId="urn:microsoft.com/office/officeart/2016/7/layout/HorizontalActionList"/>
    <dgm:cxn modelId="{DBA60333-ABA8-474F-8C7A-49442B3DD076}" type="presParOf" srcId="{66778500-F132-4064-ACE5-F5C500DAF474}" destId="{E7284CE8-6CB7-4B46-84FE-806C1CF8AE00}" srcOrd="1" destOrd="0" presId="urn:microsoft.com/office/officeart/2016/7/layout/HorizontalActionList"/>
    <dgm:cxn modelId="{16FBAF7E-DB67-408E-8C6A-AC35489DB4BF}" type="presParOf" srcId="{66778500-F132-4064-ACE5-F5C500DAF474}" destId="{29BF45FA-82E3-48AB-9F47-32F541D14488}" srcOrd="2" destOrd="0" presId="urn:microsoft.com/office/officeart/2016/7/layout/HorizontalActionList"/>
    <dgm:cxn modelId="{1B597EFA-8CF4-4538-89A6-65250F7A02D0}" type="presParOf" srcId="{29BF45FA-82E3-48AB-9F47-32F541D14488}" destId="{D29230E0-7C9E-4BE6-B59E-EC80DD06992B}" srcOrd="0" destOrd="0" presId="urn:microsoft.com/office/officeart/2016/7/layout/HorizontalActionList"/>
    <dgm:cxn modelId="{5920E231-7D3B-492A-BC03-859BFAE495D6}" type="presParOf" srcId="{29BF45FA-82E3-48AB-9F47-32F541D14488}" destId="{7F56BE1A-C06E-41E9-8A43-00DEAEC95DDD}" srcOrd="1" destOrd="0" presId="urn:microsoft.com/office/officeart/2016/7/layout/HorizontalActionList"/>
    <dgm:cxn modelId="{319DDB45-C8EE-4220-AB9D-D692F8A060BD}" type="presParOf" srcId="{66778500-F132-4064-ACE5-F5C500DAF474}" destId="{41665C0D-F18D-487D-8112-146C1CCFA6C3}" srcOrd="3" destOrd="0" presId="urn:microsoft.com/office/officeart/2016/7/layout/HorizontalActionList"/>
    <dgm:cxn modelId="{C1FF019E-437B-4611-9EAF-26AC6D654C51}" type="presParOf" srcId="{66778500-F132-4064-ACE5-F5C500DAF474}" destId="{9E5F708D-92EB-4453-A37E-0CEF233AE2E4}" srcOrd="4" destOrd="0" presId="urn:microsoft.com/office/officeart/2016/7/layout/HorizontalActionList"/>
    <dgm:cxn modelId="{DBAB2730-088E-4EAD-A081-E6C5E02E57E4}" type="presParOf" srcId="{9E5F708D-92EB-4453-A37E-0CEF233AE2E4}" destId="{F95C2836-97D0-49B9-84B5-AC4C8A71CC5E}" srcOrd="0" destOrd="0" presId="urn:microsoft.com/office/officeart/2016/7/layout/HorizontalActionList"/>
    <dgm:cxn modelId="{0D72973E-13AC-4A0B-8508-D36A02113C2D}" type="presParOf" srcId="{9E5F708D-92EB-4453-A37E-0CEF233AE2E4}" destId="{DD410C3B-211D-4FC5-908D-ED73234ECF80}" srcOrd="1" destOrd="0" presId="urn:microsoft.com/office/officeart/2016/7/layout/HorizontalActionList"/>
    <dgm:cxn modelId="{2EB675EC-D36D-483E-9DB5-E322FBB09EE2}" type="presParOf" srcId="{66778500-F132-4064-ACE5-F5C500DAF474}" destId="{75D57A28-EEAF-43F3-8CAC-C075235D4E8E}" srcOrd="5" destOrd="0" presId="urn:microsoft.com/office/officeart/2016/7/layout/HorizontalActionList"/>
    <dgm:cxn modelId="{370FA514-7211-45F7-905B-D290379491BB}" type="presParOf" srcId="{66778500-F132-4064-ACE5-F5C500DAF474}" destId="{46A6FC67-A0D5-4F51-9765-A4105343D6A2}" srcOrd="6" destOrd="0" presId="urn:microsoft.com/office/officeart/2016/7/layout/HorizontalActionList"/>
    <dgm:cxn modelId="{8D997E3D-1589-49C2-9D1F-8D29627AD311}" type="presParOf" srcId="{46A6FC67-A0D5-4F51-9765-A4105343D6A2}" destId="{55DA0444-E030-491F-B793-09FAD17EB619}" srcOrd="0" destOrd="0" presId="urn:microsoft.com/office/officeart/2016/7/layout/HorizontalActionList"/>
    <dgm:cxn modelId="{FDEB940F-1BAE-4500-BB96-88A31A03F180}" type="presParOf" srcId="{46A6FC67-A0D5-4F51-9765-A4105343D6A2}" destId="{29B694D5-D5EF-4A72-B56C-1DEF3F1701C5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108D8-3149-4024-BF90-AD53C9555D4F}">
      <dsp:nvSpPr>
        <dsp:cNvPr id="0" name=""/>
        <dsp:cNvSpPr/>
      </dsp:nvSpPr>
      <dsp:spPr>
        <a:xfrm>
          <a:off x="0" y="588"/>
          <a:ext cx="490889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5ED8D3-77F1-49F0-9275-680C050549F7}">
      <dsp:nvSpPr>
        <dsp:cNvPr id="0" name=""/>
        <dsp:cNvSpPr/>
      </dsp:nvSpPr>
      <dsp:spPr>
        <a:xfrm>
          <a:off x="0" y="588"/>
          <a:ext cx="4908899" cy="963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PHP (OOP)</a:t>
          </a:r>
        </a:p>
      </dsp:txBody>
      <dsp:txXfrm>
        <a:off x="0" y="588"/>
        <a:ext cx="4908899" cy="963801"/>
      </dsp:txXfrm>
    </dsp:sp>
    <dsp:sp modelId="{BA92C928-29D7-4CAE-9ADE-FB9A923B1C44}">
      <dsp:nvSpPr>
        <dsp:cNvPr id="0" name=""/>
        <dsp:cNvSpPr/>
      </dsp:nvSpPr>
      <dsp:spPr>
        <a:xfrm>
          <a:off x="0" y="964389"/>
          <a:ext cx="4908899" cy="0"/>
        </a:xfrm>
        <a:prstGeom prst="line">
          <a:avLst/>
        </a:prstGeom>
        <a:gradFill rotWithShape="0">
          <a:gsLst>
            <a:gs pos="0">
              <a:schemeClr val="accent2">
                <a:hueOff val="-777537"/>
                <a:satOff val="-4113"/>
                <a:lumOff val="-1568"/>
                <a:alphaOff val="0"/>
                <a:tint val="98000"/>
                <a:lumMod val="100000"/>
              </a:schemeClr>
            </a:gs>
            <a:gs pos="100000">
              <a:schemeClr val="accent2">
                <a:hueOff val="-777537"/>
                <a:satOff val="-4113"/>
                <a:lumOff val="-1568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777537"/>
              <a:satOff val="-4113"/>
              <a:lumOff val="-1568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E286B7-C9AC-4852-8149-ABB8BBC9B0C4}">
      <dsp:nvSpPr>
        <dsp:cNvPr id="0" name=""/>
        <dsp:cNvSpPr/>
      </dsp:nvSpPr>
      <dsp:spPr>
        <a:xfrm>
          <a:off x="0" y="964389"/>
          <a:ext cx="4908899" cy="963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MySQL</a:t>
          </a:r>
        </a:p>
      </dsp:txBody>
      <dsp:txXfrm>
        <a:off x="0" y="964389"/>
        <a:ext cx="4908899" cy="963801"/>
      </dsp:txXfrm>
    </dsp:sp>
    <dsp:sp modelId="{413C5E60-99E4-4759-A817-5C015963A92F}">
      <dsp:nvSpPr>
        <dsp:cNvPr id="0" name=""/>
        <dsp:cNvSpPr/>
      </dsp:nvSpPr>
      <dsp:spPr>
        <a:xfrm>
          <a:off x="0" y="1928190"/>
          <a:ext cx="4908899" cy="0"/>
        </a:xfrm>
        <a:prstGeom prst="line">
          <a:avLst/>
        </a:prstGeom>
        <a:gradFill rotWithShape="0">
          <a:gsLst>
            <a:gs pos="0">
              <a:schemeClr val="accent2">
                <a:hueOff val="-1555074"/>
                <a:satOff val="-8227"/>
                <a:lumOff val="-3137"/>
                <a:alphaOff val="0"/>
                <a:tint val="98000"/>
                <a:lumMod val="100000"/>
              </a:schemeClr>
            </a:gs>
            <a:gs pos="100000">
              <a:schemeClr val="accent2">
                <a:hueOff val="-1555074"/>
                <a:satOff val="-8227"/>
                <a:lumOff val="-3137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1555074"/>
              <a:satOff val="-8227"/>
              <a:lumOff val="-3137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A31DA7-5930-4C2C-B0FC-52A930A2A638}">
      <dsp:nvSpPr>
        <dsp:cNvPr id="0" name=""/>
        <dsp:cNvSpPr/>
      </dsp:nvSpPr>
      <dsp:spPr>
        <a:xfrm>
          <a:off x="0" y="1928190"/>
          <a:ext cx="4908899" cy="963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JavaScript (AJAX)</a:t>
          </a:r>
        </a:p>
      </dsp:txBody>
      <dsp:txXfrm>
        <a:off x="0" y="1928190"/>
        <a:ext cx="4908899" cy="963801"/>
      </dsp:txXfrm>
    </dsp:sp>
    <dsp:sp modelId="{C0CDC70F-0047-4C4E-A1E9-37F9ECFE1CB6}">
      <dsp:nvSpPr>
        <dsp:cNvPr id="0" name=""/>
        <dsp:cNvSpPr/>
      </dsp:nvSpPr>
      <dsp:spPr>
        <a:xfrm>
          <a:off x="0" y="2891991"/>
          <a:ext cx="4908899" cy="0"/>
        </a:xfrm>
        <a:prstGeom prst="line">
          <a:avLst/>
        </a:prstGeom>
        <a:gradFill rotWithShape="0">
          <a:gsLst>
            <a:gs pos="0">
              <a:schemeClr val="accent2">
                <a:hueOff val="-2332611"/>
                <a:satOff val="-12340"/>
                <a:lumOff val="-4705"/>
                <a:alphaOff val="0"/>
                <a:tint val="98000"/>
                <a:lumMod val="100000"/>
              </a:schemeClr>
            </a:gs>
            <a:gs pos="100000">
              <a:schemeClr val="accent2">
                <a:hueOff val="-2332611"/>
                <a:satOff val="-12340"/>
                <a:lumOff val="-4705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2332611"/>
              <a:satOff val="-12340"/>
              <a:lumOff val="-4705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3D1710-874C-4FB8-B0FE-2B33E517E2FC}">
      <dsp:nvSpPr>
        <dsp:cNvPr id="0" name=""/>
        <dsp:cNvSpPr/>
      </dsp:nvSpPr>
      <dsp:spPr>
        <a:xfrm>
          <a:off x="0" y="2891991"/>
          <a:ext cx="4908899" cy="963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HTML/CSS</a:t>
          </a:r>
        </a:p>
      </dsp:txBody>
      <dsp:txXfrm>
        <a:off x="0" y="2891991"/>
        <a:ext cx="4908899" cy="963801"/>
      </dsp:txXfrm>
    </dsp:sp>
    <dsp:sp modelId="{3104B078-13E7-49E7-A232-D79723F25A57}">
      <dsp:nvSpPr>
        <dsp:cNvPr id="0" name=""/>
        <dsp:cNvSpPr/>
      </dsp:nvSpPr>
      <dsp:spPr>
        <a:xfrm>
          <a:off x="0" y="3855792"/>
          <a:ext cx="4908899" cy="0"/>
        </a:xfrm>
        <a:prstGeom prst="line">
          <a:avLst/>
        </a:prstGeom>
        <a:gradFill rotWithShape="0">
          <a:gsLst>
            <a:gs pos="0">
              <a:schemeClr val="accent2">
                <a:hueOff val="-3110148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8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5B370C-7C1D-48BF-9B71-2D60207BEB02}">
      <dsp:nvSpPr>
        <dsp:cNvPr id="0" name=""/>
        <dsp:cNvSpPr/>
      </dsp:nvSpPr>
      <dsp:spPr>
        <a:xfrm>
          <a:off x="0" y="3855792"/>
          <a:ext cx="4908899" cy="963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JSON APIs</a:t>
          </a:r>
        </a:p>
      </dsp:txBody>
      <dsp:txXfrm>
        <a:off x="0" y="3855792"/>
        <a:ext cx="4908899" cy="9638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5AE70-36EB-41AC-8374-7C36577194AD}">
      <dsp:nvSpPr>
        <dsp:cNvPr id="0" name=""/>
        <dsp:cNvSpPr/>
      </dsp:nvSpPr>
      <dsp:spPr>
        <a:xfrm>
          <a:off x="0" y="3765"/>
          <a:ext cx="4908899" cy="8021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5CE79B-0860-4BEB-AD44-5F0A221F35D4}">
      <dsp:nvSpPr>
        <dsp:cNvPr id="0" name=""/>
        <dsp:cNvSpPr/>
      </dsp:nvSpPr>
      <dsp:spPr>
        <a:xfrm>
          <a:off x="242637" y="184240"/>
          <a:ext cx="441159" cy="441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635DE-6E7F-4F46-B867-47D050DF18E7}">
      <dsp:nvSpPr>
        <dsp:cNvPr id="0" name=""/>
        <dsp:cNvSpPr/>
      </dsp:nvSpPr>
      <dsp:spPr>
        <a:xfrm>
          <a:off x="926435" y="3765"/>
          <a:ext cx="3982464" cy="80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90" tIns="84890" rIns="84890" bIns="848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 Tables:</a:t>
          </a:r>
        </a:p>
      </dsp:txBody>
      <dsp:txXfrm>
        <a:off x="926435" y="3765"/>
        <a:ext cx="3982464" cy="802108"/>
      </dsp:txXfrm>
    </dsp:sp>
    <dsp:sp modelId="{F17E0444-390B-4125-B93E-36CC6412C313}">
      <dsp:nvSpPr>
        <dsp:cNvPr id="0" name=""/>
        <dsp:cNvSpPr/>
      </dsp:nvSpPr>
      <dsp:spPr>
        <a:xfrm>
          <a:off x="0" y="1006401"/>
          <a:ext cx="4908899" cy="8021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7F658D-E411-43A5-A05F-630F439904BE}">
      <dsp:nvSpPr>
        <dsp:cNvPr id="0" name=""/>
        <dsp:cNvSpPr/>
      </dsp:nvSpPr>
      <dsp:spPr>
        <a:xfrm>
          <a:off x="242637" y="1186875"/>
          <a:ext cx="441159" cy="441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24729-B3AA-4521-96DB-92AC9A69415E}">
      <dsp:nvSpPr>
        <dsp:cNvPr id="0" name=""/>
        <dsp:cNvSpPr/>
      </dsp:nvSpPr>
      <dsp:spPr>
        <a:xfrm>
          <a:off x="926435" y="1006401"/>
          <a:ext cx="3982464" cy="80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90" tIns="84890" rIns="84890" bIns="848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Directors</a:t>
          </a:r>
        </a:p>
      </dsp:txBody>
      <dsp:txXfrm>
        <a:off x="926435" y="1006401"/>
        <a:ext cx="3982464" cy="802108"/>
      </dsp:txXfrm>
    </dsp:sp>
    <dsp:sp modelId="{8E154167-57AD-4E40-8B52-BE093B53A571}">
      <dsp:nvSpPr>
        <dsp:cNvPr id="0" name=""/>
        <dsp:cNvSpPr/>
      </dsp:nvSpPr>
      <dsp:spPr>
        <a:xfrm>
          <a:off x="0" y="2009036"/>
          <a:ext cx="4908899" cy="8021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7A8B2-11F8-44BA-B3D5-203DB478A2F3}">
      <dsp:nvSpPr>
        <dsp:cNvPr id="0" name=""/>
        <dsp:cNvSpPr/>
      </dsp:nvSpPr>
      <dsp:spPr>
        <a:xfrm>
          <a:off x="242637" y="2189511"/>
          <a:ext cx="441159" cy="441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C5C29-8FAA-4925-8F0C-3AA2FDA8FA16}">
      <dsp:nvSpPr>
        <dsp:cNvPr id="0" name=""/>
        <dsp:cNvSpPr/>
      </dsp:nvSpPr>
      <dsp:spPr>
        <a:xfrm>
          <a:off x="926435" y="2009036"/>
          <a:ext cx="3982464" cy="80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90" tIns="84890" rIns="84890" bIns="848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Movies</a:t>
          </a:r>
        </a:p>
      </dsp:txBody>
      <dsp:txXfrm>
        <a:off x="926435" y="2009036"/>
        <a:ext cx="3982464" cy="802108"/>
      </dsp:txXfrm>
    </dsp:sp>
    <dsp:sp modelId="{EDDDBBF6-8507-4F64-ACCA-DBD03AA042B2}">
      <dsp:nvSpPr>
        <dsp:cNvPr id="0" name=""/>
        <dsp:cNvSpPr/>
      </dsp:nvSpPr>
      <dsp:spPr>
        <a:xfrm>
          <a:off x="0" y="3011672"/>
          <a:ext cx="4908899" cy="8021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71EB5-C083-4C4D-BF07-E00B1E68B67D}">
      <dsp:nvSpPr>
        <dsp:cNvPr id="0" name=""/>
        <dsp:cNvSpPr/>
      </dsp:nvSpPr>
      <dsp:spPr>
        <a:xfrm>
          <a:off x="242637" y="3192146"/>
          <a:ext cx="441159" cy="441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BDB94-3B13-4FAF-BA4A-B702DE8C4C89}">
      <dsp:nvSpPr>
        <dsp:cNvPr id="0" name=""/>
        <dsp:cNvSpPr/>
      </dsp:nvSpPr>
      <dsp:spPr>
        <a:xfrm>
          <a:off x="926435" y="3011672"/>
          <a:ext cx="3982464" cy="80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90" tIns="84890" rIns="84890" bIns="848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Reviews</a:t>
          </a:r>
        </a:p>
      </dsp:txBody>
      <dsp:txXfrm>
        <a:off x="926435" y="3011672"/>
        <a:ext cx="3982464" cy="802108"/>
      </dsp:txXfrm>
    </dsp:sp>
    <dsp:sp modelId="{33915642-CAB3-4590-A8B4-8ED07768716D}">
      <dsp:nvSpPr>
        <dsp:cNvPr id="0" name=""/>
        <dsp:cNvSpPr/>
      </dsp:nvSpPr>
      <dsp:spPr>
        <a:xfrm>
          <a:off x="0" y="4014307"/>
          <a:ext cx="4908899" cy="8021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A01D7D-25EE-4EE5-8D5A-7CFFA2851BC4}">
      <dsp:nvSpPr>
        <dsp:cNvPr id="0" name=""/>
        <dsp:cNvSpPr/>
      </dsp:nvSpPr>
      <dsp:spPr>
        <a:xfrm>
          <a:off x="242637" y="4194782"/>
          <a:ext cx="441159" cy="441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0EC9B-2CF8-4D4D-A2F6-D370B3AEE34C}">
      <dsp:nvSpPr>
        <dsp:cNvPr id="0" name=""/>
        <dsp:cNvSpPr/>
      </dsp:nvSpPr>
      <dsp:spPr>
        <a:xfrm>
          <a:off x="926435" y="4014307"/>
          <a:ext cx="3982464" cy="80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90" tIns="84890" rIns="84890" bIns="848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table has 5+ fields and 7+ records</a:t>
          </a:r>
        </a:p>
      </dsp:txBody>
      <dsp:txXfrm>
        <a:off x="926435" y="4014307"/>
        <a:ext cx="3982464" cy="8021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5ADD05-8844-4922-AAB8-A90015807544}">
      <dsp:nvSpPr>
        <dsp:cNvPr id="0" name=""/>
        <dsp:cNvSpPr/>
      </dsp:nvSpPr>
      <dsp:spPr>
        <a:xfrm>
          <a:off x="0" y="1559"/>
          <a:ext cx="4908899" cy="664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AE97CB-53CC-49AF-813A-13E9DA2E321A}">
      <dsp:nvSpPr>
        <dsp:cNvPr id="0" name=""/>
        <dsp:cNvSpPr/>
      </dsp:nvSpPr>
      <dsp:spPr>
        <a:xfrm>
          <a:off x="200987" y="151054"/>
          <a:ext cx="365432" cy="3654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235C4-A407-4856-8865-7C24181A6E3E}">
      <dsp:nvSpPr>
        <dsp:cNvPr id="0" name=""/>
        <dsp:cNvSpPr/>
      </dsp:nvSpPr>
      <dsp:spPr>
        <a:xfrm>
          <a:off x="767408" y="1559"/>
          <a:ext cx="4141491" cy="66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8" tIns="70318" rIns="70318" bIns="703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API_3.php returns JSON</a:t>
          </a:r>
        </a:p>
      </dsp:txBody>
      <dsp:txXfrm>
        <a:off x="767408" y="1559"/>
        <a:ext cx="4141491" cy="664422"/>
      </dsp:txXfrm>
    </dsp:sp>
    <dsp:sp modelId="{E4DE9D1A-999B-4E5F-82D1-18EC553B2705}">
      <dsp:nvSpPr>
        <dsp:cNvPr id="0" name=""/>
        <dsp:cNvSpPr/>
      </dsp:nvSpPr>
      <dsp:spPr>
        <a:xfrm>
          <a:off x="0" y="832087"/>
          <a:ext cx="4908899" cy="664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DA2163-3A90-49DB-9669-70888E772C28}">
      <dsp:nvSpPr>
        <dsp:cNvPr id="0" name=""/>
        <dsp:cNvSpPr/>
      </dsp:nvSpPr>
      <dsp:spPr>
        <a:xfrm>
          <a:off x="200987" y="981582"/>
          <a:ext cx="365432" cy="3654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7C11AA-6A87-4ACC-BC9F-6BA1634BB281}">
      <dsp:nvSpPr>
        <dsp:cNvPr id="0" name=""/>
        <dsp:cNvSpPr/>
      </dsp:nvSpPr>
      <dsp:spPr>
        <a:xfrm>
          <a:off x="767408" y="832087"/>
          <a:ext cx="4141491" cy="66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8" tIns="70318" rIns="70318" bIns="703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Handles:</a:t>
          </a:r>
        </a:p>
      </dsp:txBody>
      <dsp:txXfrm>
        <a:off x="767408" y="832087"/>
        <a:ext cx="4141491" cy="664422"/>
      </dsp:txXfrm>
    </dsp:sp>
    <dsp:sp modelId="{AC1FB180-A5A2-403E-8961-4D146D6A57F6}">
      <dsp:nvSpPr>
        <dsp:cNvPr id="0" name=""/>
        <dsp:cNvSpPr/>
      </dsp:nvSpPr>
      <dsp:spPr>
        <a:xfrm>
          <a:off x="0" y="1662615"/>
          <a:ext cx="4908899" cy="664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4CA904-BB38-46D4-A617-A5B69695D362}">
      <dsp:nvSpPr>
        <dsp:cNvPr id="0" name=""/>
        <dsp:cNvSpPr/>
      </dsp:nvSpPr>
      <dsp:spPr>
        <a:xfrm>
          <a:off x="200987" y="1812110"/>
          <a:ext cx="365432" cy="3654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6D2DC-727D-421C-923D-9E01F8AEF287}">
      <dsp:nvSpPr>
        <dsp:cNvPr id="0" name=""/>
        <dsp:cNvSpPr/>
      </dsp:nvSpPr>
      <dsp:spPr>
        <a:xfrm>
          <a:off x="767408" y="1662615"/>
          <a:ext cx="4141491" cy="66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8" tIns="70318" rIns="70318" bIns="703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GET (Read)</a:t>
          </a:r>
        </a:p>
      </dsp:txBody>
      <dsp:txXfrm>
        <a:off x="767408" y="1662615"/>
        <a:ext cx="4141491" cy="664422"/>
      </dsp:txXfrm>
    </dsp:sp>
    <dsp:sp modelId="{2ABAB485-583F-4665-A5C8-62BE48E389EE}">
      <dsp:nvSpPr>
        <dsp:cNvPr id="0" name=""/>
        <dsp:cNvSpPr/>
      </dsp:nvSpPr>
      <dsp:spPr>
        <a:xfrm>
          <a:off x="0" y="2493143"/>
          <a:ext cx="4908899" cy="664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AFB66-E5DB-4786-A7CE-D7DE50F2FC4D}">
      <dsp:nvSpPr>
        <dsp:cNvPr id="0" name=""/>
        <dsp:cNvSpPr/>
      </dsp:nvSpPr>
      <dsp:spPr>
        <a:xfrm>
          <a:off x="200987" y="2642638"/>
          <a:ext cx="365432" cy="3654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64999-BAB2-4225-A431-977B554E29E9}">
      <dsp:nvSpPr>
        <dsp:cNvPr id="0" name=""/>
        <dsp:cNvSpPr/>
      </dsp:nvSpPr>
      <dsp:spPr>
        <a:xfrm>
          <a:off x="767408" y="2493143"/>
          <a:ext cx="4141491" cy="66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8" tIns="70318" rIns="70318" bIns="703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POST (Insert)</a:t>
          </a:r>
        </a:p>
      </dsp:txBody>
      <dsp:txXfrm>
        <a:off x="767408" y="2493143"/>
        <a:ext cx="4141491" cy="664422"/>
      </dsp:txXfrm>
    </dsp:sp>
    <dsp:sp modelId="{DC367FAD-38AA-4AC7-B86E-665379EA0857}">
      <dsp:nvSpPr>
        <dsp:cNvPr id="0" name=""/>
        <dsp:cNvSpPr/>
      </dsp:nvSpPr>
      <dsp:spPr>
        <a:xfrm>
          <a:off x="0" y="3323672"/>
          <a:ext cx="4908899" cy="664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54BDE-84FC-4212-977E-46374E66AB01}">
      <dsp:nvSpPr>
        <dsp:cNvPr id="0" name=""/>
        <dsp:cNvSpPr/>
      </dsp:nvSpPr>
      <dsp:spPr>
        <a:xfrm>
          <a:off x="200987" y="3473167"/>
          <a:ext cx="365432" cy="3654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70CA0-9E9F-4EC2-B492-E120E0982E18}">
      <dsp:nvSpPr>
        <dsp:cNvPr id="0" name=""/>
        <dsp:cNvSpPr/>
      </dsp:nvSpPr>
      <dsp:spPr>
        <a:xfrm>
          <a:off x="767408" y="3323672"/>
          <a:ext cx="4141491" cy="66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8" tIns="70318" rIns="70318" bIns="703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PUT (Update)</a:t>
          </a:r>
        </a:p>
      </dsp:txBody>
      <dsp:txXfrm>
        <a:off x="767408" y="3323672"/>
        <a:ext cx="4141491" cy="664422"/>
      </dsp:txXfrm>
    </dsp:sp>
    <dsp:sp modelId="{91839DB3-D616-4890-B0BD-31DB5E4E24A9}">
      <dsp:nvSpPr>
        <dsp:cNvPr id="0" name=""/>
        <dsp:cNvSpPr/>
      </dsp:nvSpPr>
      <dsp:spPr>
        <a:xfrm>
          <a:off x="0" y="4154200"/>
          <a:ext cx="4908899" cy="664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92C29-5F7B-4C22-AAB7-A9675C7F3C21}">
      <dsp:nvSpPr>
        <dsp:cNvPr id="0" name=""/>
        <dsp:cNvSpPr/>
      </dsp:nvSpPr>
      <dsp:spPr>
        <a:xfrm>
          <a:off x="200987" y="4303695"/>
          <a:ext cx="365432" cy="3654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1E8BC-6210-406E-BEA6-BB237BFA7CE0}">
      <dsp:nvSpPr>
        <dsp:cNvPr id="0" name=""/>
        <dsp:cNvSpPr/>
      </dsp:nvSpPr>
      <dsp:spPr>
        <a:xfrm>
          <a:off x="767408" y="4154200"/>
          <a:ext cx="4141491" cy="66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8" tIns="70318" rIns="70318" bIns="703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DELETE</a:t>
          </a:r>
        </a:p>
      </dsp:txBody>
      <dsp:txXfrm>
        <a:off x="767408" y="4154200"/>
        <a:ext cx="4141491" cy="6644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C949F0-CCC6-47C3-A1E0-6981E2D02EC3}">
      <dsp:nvSpPr>
        <dsp:cNvPr id="0" name=""/>
        <dsp:cNvSpPr/>
      </dsp:nvSpPr>
      <dsp:spPr>
        <a:xfrm>
          <a:off x="0" y="3953593"/>
          <a:ext cx="1227224" cy="86494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80" tIns="177800" rIns="8728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View</a:t>
          </a:r>
        </a:p>
      </dsp:txBody>
      <dsp:txXfrm>
        <a:off x="0" y="3953593"/>
        <a:ext cx="1227224" cy="864949"/>
      </dsp:txXfrm>
    </dsp:sp>
    <dsp:sp modelId="{DF57C6B4-2FE0-4C5F-812A-C7FE186A6172}">
      <dsp:nvSpPr>
        <dsp:cNvPr id="0" name=""/>
        <dsp:cNvSpPr/>
      </dsp:nvSpPr>
      <dsp:spPr>
        <a:xfrm>
          <a:off x="1227224" y="3953593"/>
          <a:ext cx="3681675" cy="86494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82" tIns="266700" rIns="74682" bIns="2667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View JSON/API output</a:t>
          </a:r>
        </a:p>
      </dsp:txBody>
      <dsp:txXfrm>
        <a:off x="1227224" y="3953593"/>
        <a:ext cx="3681675" cy="864949"/>
      </dsp:txXfrm>
    </dsp:sp>
    <dsp:sp modelId="{23332E8F-7DDD-40F7-A908-354BE30885BD}">
      <dsp:nvSpPr>
        <dsp:cNvPr id="0" name=""/>
        <dsp:cNvSpPr/>
      </dsp:nvSpPr>
      <dsp:spPr>
        <a:xfrm rot="10800000">
          <a:off x="0" y="2636275"/>
          <a:ext cx="1227224" cy="133029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668312"/>
                <a:satOff val="367"/>
                <a:lumOff val="1765"/>
                <a:alphaOff val="0"/>
                <a:tint val="98000"/>
                <a:lumMod val="100000"/>
              </a:schemeClr>
            </a:gs>
            <a:gs pos="100000">
              <a:schemeClr val="accent5">
                <a:hueOff val="-668312"/>
                <a:satOff val="367"/>
                <a:lumOff val="1765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5">
              <a:hueOff val="-668312"/>
              <a:satOff val="367"/>
              <a:lumOff val="1765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80" tIns="177800" rIns="8728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Run</a:t>
          </a:r>
        </a:p>
      </dsp:txBody>
      <dsp:txXfrm rot="-10800000">
        <a:off x="0" y="2636275"/>
        <a:ext cx="1227224" cy="864690"/>
      </dsp:txXfrm>
    </dsp:sp>
    <dsp:sp modelId="{1C32FE31-1B75-4480-993A-A640923BCC22}">
      <dsp:nvSpPr>
        <dsp:cNvPr id="0" name=""/>
        <dsp:cNvSpPr/>
      </dsp:nvSpPr>
      <dsp:spPr>
        <a:xfrm>
          <a:off x="1227224" y="2636275"/>
          <a:ext cx="3681675" cy="864690"/>
        </a:xfrm>
        <a:prstGeom prst="rect">
          <a:avLst/>
        </a:prstGeom>
        <a:solidFill>
          <a:schemeClr val="accent5">
            <a:tint val="40000"/>
            <a:alpha val="90000"/>
            <a:hueOff val="-522590"/>
            <a:satOff val="1166"/>
            <a:lumOff val="242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522590"/>
              <a:satOff val="1166"/>
              <a:lumOff val="24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82" tIns="266700" rIns="74682" bIns="2667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Run Testers</a:t>
          </a:r>
        </a:p>
      </dsp:txBody>
      <dsp:txXfrm>
        <a:off x="1227224" y="2636275"/>
        <a:ext cx="3681675" cy="864690"/>
      </dsp:txXfrm>
    </dsp:sp>
    <dsp:sp modelId="{38A30EDF-D9FF-4708-9BE8-F035F83AC8A8}">
      <dsp:nvSpPr>
        <dsp:cNvPr id="0" name=""/>
        <dsp:cNvSpPr/>
      </dsp:nvSpPr>
      <dsp:spPr>
        <a:xfrm rot="10800000">
          <a:off x="0" y="1318957"/>
          <a:ext cx="1227224" cy="133029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1336625"/>
                <a:satOff val="735"/>
                <a:lumOff val="3529"/>
                <a:alphaOff val="0"/>
                <a:tint val="98000"/>
                <a:lumMod val="100000"/>
              </a:schemeClr>
            </a:gs>
            <a:gs pos="100000">
              <a:schemeClr val="accent5">
                <a:hueOff val="-1336625"/>
                <a:satOff val="735"/>
                <a:lumOff val="3529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5">
              <a:hueOff val="-1336625"/>
              <a:satOff val="735"/>
              <a:lumOff val="3529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80" tIns="177800" rIns="8728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Perform</a:t>
          </a:r>
        </a:p>
      </dsp:txBody>
      <dsp:txXfrm rot="-10800000">
        <a:off x="0" y="1318957"/>
        <a:ext cx="1227224" cy="864690"/>
      </dsp:txXfrm>
    </dsp:sp>
    <dsp:sp modelId="{DDBAF6DA-A39F-4EE7-904A-DA46ED423756}">
      <dsp:nvSpPr>
        <dsp:cNvPr id="0" name=""/>
        <dsp:cNvSpPr/>
      </dsp:nvSpPr>
      <dsp:spPr>
        <a:xfrm>
          <a:off x="1227224" y="1318957"/>
          <a:ext cx="3681675" cy="864690"/>
        </a:xfrm>
        <a:prstGeom prst="rect">
          <a:avLst/>
        </a:prstGeom>
        <a:solidFill>
          <a:schemeClr val="accent5">
            <a:tint val="40000"/>
            <a:alpha val="90000"/>
            <a:hueOff val="-1045179"/>
            <a:satOff val="2333"/>
            <a:lumOff val="485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1045179"/>
              <a:satOff val="2333"/>
              <a:lumOff val="48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82" tIns="266700" rIns="74682" bIns="2667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Perform CRUD operations</a:t>
          </a:r>
        </a:p>
      </dsp:txBody>
      <dsp:txXfrm>
        <a:off x="1227224" y="1318957"/>
        <a:ext cx="3681675" cy="864690"/>
      </dsp:txXfrm>
    </dsp:sp>
    <dsp:sp modelId="{B8E833FB-10CD-47DD-9F6F-A5A84A3884D2}">
      <dsp:nvSpPr>
        <dsp:cNvPr id="0" name=""/>
        <dsp:cNvSpPr/>
      </dsp:nvSpPr>
      <dsp:spPr>
        <a:xfrm rot="10800000">
          <a:off x="0" y="1638"/>
          <a:ext cx="1227224" cy="133029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5">
              <a:hueOff val="-2004937"/>
              <a:satOff val="1102"/>
              <a:lumOff val="5294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80" tIns="177800" rIns="8728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Open</a:t>
          </a:r>
        </a:p>
      </dsp:txBody>
      <dsp:txXfrm rot="-10800000">
        <a:off x="0" y="1638"/>
        <a:ext cx="1227224" cy="864690"/>
      </dsp:txXfrm>
    </dsp:sp>
    <dsp:sp modelId="{A7FE0529-A0B7-45DC-B3F7-AB7C265CD301}">
      <dsp:nvSpPr>
        <dsp:cNvPr id="0" name=""/>
        <dsp:cNvSpPr/>
      </dsp:nvSpPr>
      <dsp:spPr>
        <a:xfrm>
          <a:off x="1227224" y="1638"/>
          <a:ext cx="3681675" cy="864690"/>
        </a:xfrm>
        <a:prstGeom prst="rect">
          <a:avLst/>
        </a:prstGeom>
        <a:solidFill>
          <a:schemeClr val="accent5">
            <a:tint val="40000"/>
            <a:alpha val="90000"/>
            <a:hueOff val="-1567769"/>
            <a:satOff val="3499"/>
            <a:lumOff val="727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1567769"/>
              <a:satOff val="3499"/>
              <a:lumOff val="72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82" tIns="266700" rIns="74682" bIns="2667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Open Client index.html</a:t>
          </a:r>
        </a:p>
      </dsp:txBody>
      <dsp:txXfrm>
        <a:off x="1227224" y="1638"/>
        <a:ext cx="3681675" cy="8646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6B1FDA-B7CC-4BED-8CC4-9F2C96130D13}">
      <dsp:nvSpPr>
        <dsp:cNvPr id="0" name=""/>
        <dsp:cNvSpPr/>
      </dsp:nvSpPr>
      <dsp:spPr>
        <a:xfrm>
          <a:off x="4959" y="609599"/>
          <a:ext cx="1816241" cy="544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23" tIns="143523" rIns="143523" bIns="14352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Check</a:t>
          </a:r>
        </a:p>
      </dsp:txBody>
      <dsp:txXfrm>
        <a:off x="4959" y="609599"/>
        <a:ext cx="1816241" cy="544872"/>
      </dsp:txXfrm>
    </dsp:sp>
    <dsp:sp modelId="{63C4DB94-373D-46F4-9862-9101D7C94012}">
      <dsp:nvSpPr>
        <dsp:cNvPr id="0" name=""/>
        <dsp:cNvSpPr/>
      </dsp:nvSpPr>
      <dsp:spPr>
        <a:xfrm>
          <a:off x="4959" y="1154472"/>
          <a:ext cx="1816241" cy="128392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404" tIns="179404" rIns="179404" bIns="179404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Check browser console</a:t>
          </a:r>
        </a:p>
      </dsp:txBody>
      <dsp:txXfrm>
        <a:off x="4959" y="1154472"/>
        <a:ext cx="1816241" cy="1283927"/>
      </dsp:txXfrm>
    </dsp:sp>
    <dsp:sp modelId="{D29230E0-7C9E-4BE6-B59E-EC80DD06992B}">
      <dsp:nvSpPr>
        <dsp:cNvPr id="0" name=""/>
        <dsp:cNvSpPr/>
      </dsp:nvSpPr>
      <dsp:spPr>
        <a:xfrm>
          <a:off x="1929095" y="609599"/>
          <a:ext cx="1816241" cy="544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23" tIns="143523" rIns="143523" bIns="14352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</a:t>
          </a:r>
        </a:p>
      </dsp:txBody>
      <dsp:txXfrm>
        <a:off x="1929095" y="609599"/>
        <a:ext cx="1816241" cy="544872"/>
      </dsp:txXfrm>
    </dsp:sp>
    <dsp:sp modelId="{7F56BE1A-C06E-41E9-8A43-00DEAEC95DDD}">
      <dsp:nvSpPr>
        <dsp:cNvPr id="0" name=""/>
        <dsp:cNvSpPr/>
      </dsp:nvSpPr>
      <dsp:spPr>
        <a:xfrm>
          <a:off x="1929095" y="1154472"/>
          <a:ext cx="1816241" cy="128392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404" tIns="179404" rIns="179404" bIns="179404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Use echo/print in PHP</a:t>
          </a:r>
        </a:p>
      </dsp:txBody>
      <dsp:txXfrm>
        <a:off x="1929095" y="1154472"/>
        <a:ext cx="1816241" cy="1283927"/>
      </dsp:txXfrm>
    </dsp:sp>
    <dsp:sp modelId="{F95C2836-97D0-49B9-84B5-AC4C8A71CC5E}">
      <dsp:nvSpPr>
        <dsp:cNvPr id="0" name=""/>
        <dsp:cNvSpPr/>
      </dsp:nvSpPr>
      <dsp:spPr>
        <a:xfrm>
          <a:off x="3853231" y="609599"/>
          <a:ext cx="1816241" cy="544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23" tIns="143523" rIns="143523" bIns="14352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Validate</a:t>
          </a:r>
        </a:p>
      </dsp:txBody>
      <dsp:txXfrm>
        <a:off x="3853231" y="609599"/>
        <a:ext cx="1816241" cy="544872"/>
      </dsp:txXfrm>
    </dsp:sp>
    <dsp:sp modelId="{DD410C3B-211D-4FC5-908D-ED73234ECF80}">
      <dsp:nvSpPr>
        <dsp:cNvPr id="0" name=""/>
        <dsp:cNvSpPr/>
      </dsp:nvSpPr>
      <dsp:spPr>
        <a:xfrm>
          <a:off x="3853231" y="1154472"/>
          <a:ext cx="1816241" cy="128392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404" tIns="179404" rIns="179404" bIns="179404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Validate JSON output</a:t>
          </a:r>
        </a:p>
      </dsp:txBody>
      <dsp:txXfrm>
        <a:off x="3853231" y="1154472"/>
        <a:ext cx="1816241" cy="1283927"/>
      </dsp:txXfrm>
    </dsp:sp>
    <dsp:sp modelId="{55DA0444-E030-491F-B793-09FAD17EB619}">
      <dsp:nvSpPr>
        <dsp:cNvPr id="0" name=""/>
        <dsp:cNvSpPr/>
      </dsp:nvSpPr>
      <dsp:spPr>
        <a:xfrm>
          <a:off x="5777367" y="609599"/>
          <a:ext cx="1816241" cy="544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23" tIns="143523" rIns="143523" bIns="14352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</a:t>
          </a:r>
        </a:p>
      </dsp:txBody>
      <dsp:txXfrm>
        <a:off x="5777367" y="609599"/>
        <a:ext cx="1816241" cy="544872"/>
      </dsp:txXfrm>
    </dsp:sp>
    <dsp:sp modelId="{29B694D5-D5EF-4A72-B56C-1DEF3F1701C5}">
      <dsp:nvSpPr>
        <dsp:cNvPr id="0" name=""/>
        <dsp:cNvSpPr/>
      </dsp:nvSpPr>
      <dsp:spPr>
        <a:xfrm>
          <a:off x="5777367" y="1154472"/>
          <a:ext cx="1816241" cy="128392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404" tIns="179404" rIns="179404" bIns="179404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Test endpoints directly</a:t>
          </a:r>
        </a:p>
      </dsp:txBody>
      <dsp:txXfrm>
        <a:off x="5777367" y="1154472"/>
        <a:ext cx="1816241" cy="1283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1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6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8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77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9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56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7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22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8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14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03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43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88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487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5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54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4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bg2">
                <a:shade val="96000"/>
                <a:satMod val="160000"/>
                <a:lumMod val="100000"/>
              </a:schemeClr>
            </a:gs>
          </a:gsLst>
          <a:lin ang="474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DD536F-3F4A-4B15-A2D3-B9FB07F12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FE3208-9FD8-4883-AB1F-FF214491B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E5EC71-6645-4F98-85CD-71B3EA389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91" b="24173"/>
          <a:stretch>
            <a:fillRect/>
          </a:stretch>
        </p:blipFill>
        <p:spPr>
          <a:xfrm>
            <a:off x="0" y="857250"/>
            <a:ext cx="7184572" cy="3948509"/>
          </a:xfrm>
          <a:custGeom>
            <a:avLst/>
            <a:gdLst>
              <a:gd name="connsiteX0" fmla="*/ 1067284 w 9459686"/>
              <a:gd name="connsiteY0" fmla="*/ 4740916 h 5198870"/>
              <a:gd name="connsiteX1" fmla="*/ 936171 w 9459686"/>
              <a:gd name="connsiteY1" fmla="*/ 4800600 h 5198870"/>
              <a:gd name="connsiteX2" fmla="*/ 925286 w 9459686"/>
              <a:gd name="connsiteY2" fmla="*/ 4855029 h 5198870"/>
              <a:gd name="connsiteX3" fmla="*/ 914400 w 9459686"/>
              <a:gd name="connsiteY3" fmla="*/ 4898571 h 5198870"/>
              <a:gd name="connsiteX4" fmla="*/ 925286 w 9459686"/>
              <a:gd name="connsiteY4" fmla="*/ 4985657 h 5198870"/>
              <a:gd name="connsiteX5" fmla="*/ 914400 w 9459686"/>
              <a:gd name="connsiteY5" fmla="*/ 5029200 h 5198870"/>
              <a:gd name="connsiteX6" fmla="*/ 881743 w 9459686"/>
              <a:gd name="connsiteY6" fmla="*/ 5018314 h 5198870"/>
              <a:gd name="connsiteX7" fmla="*/ 827314 w 9459686"/>
              <a:gd name="connsiteY7" fmla="*/ 4985657 h 5198870"/>
              <a:gd name="connsiteX8" fmla="*/ 794657 w 9459686"/>
              <a:gd name="connsiteY8" fmla="*/ 4963886 h 5198870"/>
              <a:gd name="connsiteX9" fmla="*/ 718457 w 9459686"/>
              <a:gd name="connsiteY9" fmla="*/ 4942114 h 5198870"/>
              <a:gd name="connsiteX10" fmla="*/ 664029 w 9459686"/>
              <a:gd name="connsiteY10" fmla="*/ 4898571 h 5198870"/>
              <a:gd name="connsiteX11" fmla="*/ 653143 w 9459686"/>
              <a:gd name="connsiteY11" fmla="*/ 4865914 h 5198870"/>
              <a:gd name="connsiteX12" fmla="*/ 609600 w 9459686"/>
              <a:gd name="connsiteY12" fmla="*/ 4822371 h 5198870"/>
              <a:gd name="connsiteX13" fmla="*/ 576943 w 9459686"/>
              <a:gd name="connsiteY13" fmla="*/ 4789714 h 5198870"/>
              <a:gd name="connsiteX14" fmla="*/ 337457 w 9459686"/>
              <a:gd name="connsiteY14" fmla="*/ 4800600 h 5198870"/>
              <a:gd name="connsiteX15" fmla="*/ 304800 w 9459686"/>
              <a:gd name="connsiteY15" fmla="*/ 4811486 h 5198870"/>
              <a:gd name="connsiteX16" fmla="*/ 272143 w 9459686"/>
              <a:gd name="connsiteY16" fmla="*/ 4833257 h 5198870"/>
              <a:gd name="connsiteX17" fmla="*/ 261257 w 9459686"/>
              <a:gd name="connsiteY17" fmla="*/ 5040086 h 5198870"/>
              <a:gd name="connsiteX18" fmla="*/ 337457 w 9459686"/>
              <a:gd name="connsiteY18" fmla="*/ 5105400 h 5198870"/>
              <a:gd name="connsiteX19" fmla="*/ 402771 w 9459686"/>
              <a:gd name="connsiteY19" fmla="*/ 5127171 h 5198870"/>
              <a:gd name="connsiteX20" fmla="*/ 1088571 w 9459686"/>
              <a:gd name="connsiteY20" fmla="*/ 5116286 h 5198870"/>
              <a:gd name="connsiteX21" fmla="*/ 1153886 w 9459686"/>
              <a:gd name="connsiteY21" fmla="*/ 5094514 h 5198870"/>
              <a:gd name="connsiteX22" fmla="*/ 1219200 w 9459686"/>
              <a:gd name="connsiteY22" fmla="*/ 5072743 h 5198870"/>
              <a:gd name="connsiteX23" fmla="*/ 1251857 w 9459686"/>
              <a:gd name="connsiteY23" fmla="*/ 5061857 h 5198870"/>
              <a:gd name="connsiteX24" fmla="*/ 1404257 w 9459686"/>
              <a:gd name="connsiteY24" fmla="*/ 5040086 h 5198870"/>
              <a:gd name="connsiteX25" fmla="*/ 1432274 w 9459686"/>
              <a:gd name="connsiteY25" fmla="*/ 5021520 h 5198870"/>
              <a:gd name="connsiteX26" fmla="*/ 1440075 w 9459686"/>
              <a:gd name="connsiteY26" fmla="*/ 5016455 h 5198870"/>
              <a:gd name="connsiteX27" fmla="*/ 1440081 w 9459686"/>
              <a:gd name="connsiteY27" fmla="*/ 5016452 h 5198870"/>
              <a:gd name="connsiteX28" fmla="*/ 1444260 w 9459686"/>
              <a:gd name="connsiteY28" fmla="*/ 5013737 h 5198870"/>
              <a:gd name="connsiteX29" fmla="*/ 1440075 w 9459686"/>
              <a:gd name="connsiteY29" fmla="*/ 5016455 h 5198870"/>
              <a:gd name="connsiteX30" fmla="*/ 1431597 w 9459686"/>
              <a:gd name="connsiteY30" fmla="*/ 5020098 h 5198870"/>
              <a:gd name="connsiteX31" fmla="*/ 1458686 w 9459686"/>
              <a:gd name="connsiteY31" fmla="*/ 4996543 h 5198870"/>
              <a:gd name="connsiteX32" fmla="*/ 1502229 w 9459686"/>
              <a:gd name="connsiteY32" fmla="*/ 4953000 h 5198870"/>
              <a:gd name="connsiteX33" fmla="*/ 1447800 w 9459686"/>
              <a:gd name="connsiteY33" fmla="*/ 4931229 h 5198870"/>
              <a:gd name="connsiteX34" fmla="*/ 1382486 w 9459686"/>
              <a:gd name="connsiteY34" fmla="*/ 4855029 h 5198870"/>
              <a:gd name="connsiteX35" fmla="*/ 1338943 w 9459686"/>
              <a:gd name="connsiteY35" fmla="*/ 4789714 h 5198870"/>
              <a:gd name="connsiteX36" fmla="*/ 1219200 w 9459686"/>
              <a:gd name="connsiteY36" fmla="*/ 4757057 h 5198870"/>
              <a:gd name="connsiteX37" fmla="*/ 1067284 w 9459686"/>
              <a:gd name="connsiteY37" fmla="*/ 4740916 h 5198870"/>
              <a:gd name="connsiteX38" fmla="*/ 1948543 w 9459686"/>
              <a:gd name="connsiteY38" fmla="*/ 4669971 h 5198870"/>
              <a:gd name="connsiteX39" fmla="*/ 1763486 w 9459686"/>
              <a:gd name="connsiteY39" fmla="*/ 4680857 h 5198870"/>
              <a:gd name="connsiteX40" fmla="*/ 1698171 w 9459686"/>
              <a:gd name="connsiteY40" fmla="*/ 4702629 h 5198870"/>
              <a:gd name="connsiteX41" fmla="*/ 1654629 w 9459686"/>
              <a:gd name="connsiteY41" fmla="*/ 4713514 h 5198870"/>
              <a:gd name="connsiteX42" fmla="*/ 1589314 w 9459686"/>
              <a:gd name="connsiteY42" fmla="*/ 4735286 h 5198870"/>
              <a:gd name="connsiteX43" fmla="*/ 1469571 w 9459686"/>
              <a:gd name="connsiteY43" fmla="*/ 4767943 h 5198870"/>
              <a:gd name="connsiteX44" fmla="*/ 1447800 w 9459686"/>
              <a:gd name="connsiteY44" fmla="*/ 4833257 h 5198870"/>
              <a:gd name="connsiteX45" fmla="*/ 1458686 w 9459686"/>
              <a:gd name="connsiteY45" fmla="*/ 4898571 h 5198870"/>
              <a:gd name="connsiteX46" fmla="*/ 1502229 w 9459686"/>
              <a:gd name="connsiteY46" fmla="*/ 4942114 h 5198870"/>
              <a:gd name="connsiteX47" fmla="*/ 1524000 w 9459686"/>
              <a:gd name="connsiteY47" fmla="*/ 4963886 h 5198870"/>
              <a:gd name="connsiteX48" fmla="*/ 1926771 w 9459686"/>
              <a:gd name="connsiteY48" fmla="*/ 5018314 h 5198870"/>
              <a:gd name="connsiteX49" fmla="*/ 2013857 w 9459686"/>
              <a:gd name="connsiteY49" fmla="*/ 5040086 h 5198870"/>
              <a:gd name="connsiteX50" fmla="*/ 2035629 w 9459686"/>
              <a:gd name="connsiteY50" fmla="*/ 5061857 h 5198870"/>
              <a:gd name="connsiteX51" fmla="*/ 2024743 w 9459686"/>
              <a:gd name="connsiteY51" fmla="*/ 4887686 h 5198870"/>
              <a:gd name="connsiteX52" fmla="*/ 2002971 w 9459686"/>
              <a:gd name="connsiteY52" fmla="*/ 4822371 h 5198870"/>
              <a:gd name="connsiteX53" fmla="*/ 1992086 w 9459686"/>
              <a:gd name="connsiteY53" fmla="*/ 4789714 h 5198870"/>
              <a:gd name="connsiteX54" fmla="*/ 1981200 w 9459686"/>
              <a:gd name="connsiteY54" fmla="*/ 4735286 h 5198870"/>
              <a:gd name="connsiteX55" fmla="*/ 1959429 w 9459686"/>
              <a:gd name="connsiteY55" fmla="*/ 4702629 h 5198870"/>
              <a:gd name="connsiteX56" fmla="*/ 1948543 w 9459686"/>
              <a:gd name="connsiteY56" fmla="*/ 4669971 h 5198870"/>
              <a:gd name="connsiteX57" fmla="*/ 0 w 9459686"/>
              <a:gd name="connsiteY57" fmla="*/ 0 h 5198870"/>
              <a:gd name="connsiteX58" fmla="*/ 9459686 w 9459686"/>
              <a:gd name="connsiteY58" fmla="*/ 0 h 5198870"/>
              <a:gd name="connsiteX59" fmla="*/ 9459686 w 9459686"/>
              <a:gd name="connsiteY59" fmla="*/ 5198870 h 5198870"/>
              <a:gd name="connsiteX60" fmla="*/ 4221370 w 9459686"/>
              <a:gd name="connsiteY60" fmla="*/ 5198870 h 5198870"/>
              <a:gd name="connsiteX61" fmla="*/ 4223659 w 9459686"/>
              <a:gd name="connsiteY61" fmla="*/ 5176158 h 5198870"/>
              <a:gd name="connsiteX62" fmla="*/ 3369129 w 9459686"/>
              <a:gd name="connsiteY62" fmla="*/ 4321629 h 5198870"/>
              <a:gd name="connsiteX63" fmla="*/ 2514600 w 9459686"/>
              <a:gd name="connsiteY63" fmla="*/ 5176158 h 5198870"/>
              <a:gd name="connsiteX64" fmla="*/ 2516890 w 9459686"/>
              <a:gd name="connsiteY64" fmla="*/ 5198870 h 5198870"/>
              <a:gd name="connsiteX65" fmla="*/ 0 w 9459686"/>
              <a:gd name="connsiteY65" fmla="*/ 5198870 h 5198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9459686" h="5198870">
                <a:moveTo>
                  <a:pt x="1067284" y="4740916"/>
                </a:moveTo>
                <a:cubicBezTo>
                  <a:pt x="1009733" y="4738469"/>
                  <a:pt x="955649" y="4748660"/>
                  <a:pt x="936171" y="4800600"/>
                </a:cubicBezTo>
                <a:cubicBezTo>
                  <a:pt x="929674" y="4817924"/>
                  <a:pt x="929300" y="4836967"/>
                  <a:pt x="925286" y="4855029"/>
                </a:cubicBezTo>
                <a:cubicBezTo>
                  <a:pt x="922041" y="4869633"/>
                  <a:pt x="918029" y="4884057"/>
                  <a:pt x="914400" y="4898571"/>
                </a:cubicBezTo>
                <a:cubicBezTo>
                  <a:pt x="918029" y="4927600"/>
                  <a:pt x="925286" y="4956402"/>
                  <a:pt x="925286" y="4985657"/>
                </a:cubicBezTo>
                <a:cubicBezTo>
                  <a:pt x="925286" y="5000618"/>
                  <a:pt x="926369" y="5020223"/>
                  <a:pt x="914400" y="5029200"/>
                </a:cubicBezTo>
                <a:cubicBezTo>
                  <a:pt x="905220" y="5036085"/>
                  <a:pt x="892629" y="5021943"/>
                  <a:pt x="881743" y="5018314"/>
                </a:cubicBezTo>
                <a:cubicBezTo>
                  <a:pt x="839217" y="4975790"/>
                  <a:pt x="883839" y="5013920"/>
                  <a:pt x="827314" y="4985657"/>
                </a:cubicBezTo>
                <a:cubicBezTo>
                  <a:pt x="815612" y="4979806"/>
                  <a:pt x="806359" y="4969737"/>
                  <a:pt x="794657" y="4963886"/>
                </a:cubicBezTo>
                <a:cubicBezTo>
                  <a:pt x="779039" y="4956077"/>
                  <a:pt x="732410" y="4945602"/>
                  <a:pt x="718457" y="4942114"/>
                </a:cubicBezTo>
                <a:cubicBezTo>
                  <a:pt x="703622" y="4932224"/>
                  <a:pt x="674371" y="4915808"/>
                  <a:pt x="664029" y="4898571"/>
                </a:cubicBezTo>
                <a:cubicBezTo>
                  <a:pt x="658125" y="4888732"/>
                  <a:pt x="659812" y="4875251"/>
                  <a:pt x="653143" y="4865914"/>
                </a:cubicBezTo>
                <a:cubicBezTo>
                  <a:pt x="641212" y="4849211"/>
                  <a:pt x="624114" y="4836885"/>
                  <a:pt x="609600" y="4822371"/>
                </a:cubicBezTo>
                <a:lnTo>
                  <a:pt x="576943" y="4789714"/>
                </a:lnTo>
                <a:cubicBezTo>
                  <a:pt x="497114" y="4793343"/>
                  <a:pt x="417114" y="4794227"/>
                  <a:pt x="337457" y="4800600"/>
                </a:cubicBezTo>
                <a:cubicBezTo>
                  <a:pt x="326019" y="4801515"/>
                  <a:pt x="315063" y="4806354"/>
                  <a:pt x="304800" y="4811486"/>
                </a:cubicBezTo>
                <a:cubicBezTo>
                  <a:pt x="293098" y="4817337"/>
                  <a:pt x="283029" y="4826000"/>
                  <a:pt x="272143" y="4833257"/>
                </a:cubicBezTo>
                <a:cubicBezTo>
                  <a:pt x="244611" y="4915851"/>
                  <a:pt x="229642" y="4932595"/>
                  <a:pt x="261257" y="5040086"/>
                </a:cubicBezTo>
                <a:cubicBezTo>
                  <a:pt x="265314" y="5053879"/>
                  <a:pt x="318785" y="5097101"/>
                  <a:pt x="337457" y="5105400"/>
                </a:cubicBezTo>
                <a:cubicBezTo>
                  <a:pt x="358428" y="5114720"/>
                  <a:pt x="402771" y="5127171"/>
                  <a:pt x="402771" y="5127171"/>
                </a:cubicBezTo>
                <a:cubicBezTo>
                  <a:pt x="631371" y="5123543"/>
                  <a:pt x="860158" y="5126217"/>
                  <a:pt x="1088571" y="5116286"/>
                </a:cubicBezTo>
                <a:cubicBezTo>
                  <a:pt x="1111499" y="5115289"/>
                  <a:pt x="1132114" y="5101771"/>
                  <a:pt x="1153886" y="5094514"/>
                </a:cubicBezTo>
                <a:lnTo>
                  <a:pt x="1219200" y="5072743"/>
                </a:lnTo>
                <a:cubicBezTo>
                  <a:pt x="1230086" y="5069114"/>
                  <a:pt x="1240605" y="5064107"/>
                  <a:pt x="1251857" y="5061857"/>
                </a:cubicBezTo>
                <a:cubicBezTo>
                  <a:pt x="1338506" y="5044527"/>
                  <a:pt x="1287897" y="5053014"/>
                  <a:pt x="1404257" y="5040086"/>
                </a:cubicBezTo>
                <a:cubicBezTo>
                  <a:pt x="1416822" y="5031710"/>
                  <a:pt x="1425884" y="5025716"/>
                  <a:pt x="1432274" y="5021520"/>
                </a:cubicBezTo>
                <a:lnTo>
                  <a:pt x="1440075" y="5016455"/>
                </a:lnTo>
                <a:lnTo>
                  <a:pt x="1440081" y="5016452"/>
                </a:lnTo>
                <a:cubicBezTo>
                  <a:pt x="1444407" y="5013829"/>
                  <a:pt x="1448015" y="5011361"/>
                  <a:pt x="1444260" y="5013737"/>
                </a:cubicBezTo>
                <a:lnTo>
                  <a:pt x="1440075" y="5016455"/>
                </a:lnTo>
                <a:lnTo>
                  <a:pt x="1431597" y="5020098"/>
                </a:lnTo>
                <a:cubicBezTo>
                  <a:pt x="1432483" y="5018343"/>
                  <a:pt x="1439297" y="5012055"/>
                  <a:pt x="1458686" y="4996543"/>
                </a:cubicBezTo>
                <a:cubicBezTo>
                  <a:pt x="1502472" y="4961514"/>
                  <a:pt x="1482777" y="4991903"/>
                  <a:pt x="1502229" y="4953000"/>
                </a:cubicBezTo>
                <a:lnTo>
                  <a:pt x="1447800" y="4931229"/>
                </a:lnTo>
                <a:cubicBezTo>
                  <a:pt x="1426029" y="4905829"/>
                  <a:pt x="1402883" y="4881545"/>
                  <a:pt x="1382486" y="4855029"/>
                </a:cubicBezTo>
                <a:cubicBezTo>
                  <a:pt x="1366532" y="4834289"/>
                  <a:pt x="1363766" y="4797988"/>
                  <a:pt x="1338943" y="4789714"/>
                </a:cubicBezTo>
                <a:cubicBezTo>
                  <a:pt x="1256076" y="4762092"/>
                  <a:pt x="1296132" y="4772444"/>
                  <a:pt x="1219200" y="4757057"/>
                </a:cubicBezTo>
                <a:cubicBezTo>
                  <a:pt x="1185854" y="4758447"/>
                  <a:pt x="1124836" y="4743362"/>
                  <a:pt x="1067284" y="4740916"/>
                </a:cubicBezTo>
                <a:close/>
                <a:moveTo>
                  <a:pt x="1948543" y="4669971"/>
                </a:moveTo>
                <a:cubicBezTo>
                  <a:pt x="1886857" y="4673600"/>
                  <a:pt x="1824759" y="4672865"/>
                  <a:pt x="1763486" y="4680857"/>
                </a:cubicBezTo>
                <a:cubicBezTo>
                  <a:pt x="1740729" y="4683825"/>
                  <a:pt x="1720435" y="4697063"/>
                  <a:pt x="1698171" y="4702629"/>
                </a:cubicBezTo>
                <a:cubicBezTo>
                  <a:pt x="1683657" y="4706257"/>
                  <a:pt x="1668959" y="4709215"/>
                  <a:pt x="1654629" y="4713514"/>
                </a:cubicBezTo>
                <a:cubicBezTo>
                  <a:pt x="1632647" y="4720108"/>
                  <a:pt x="1611578" y="4729720"/>
                  <a:pt x="1589314" y="4735286"/>
                </a:cubicBezTo>
                <a:cubicBezTo>
                  <a:pt x="1491097" y="4759840"/>
                  <a:pt x="1530615" y="4747595"/>
                  <a:pt x="1469571" y="4767943"/>
                </a:cubicBezTo>
                <a:cubicBezTo>
                  <a:pt x="1462314" y="4789714"/>
                  <a:pt x="1444027" y="4810620"/>
                  <a:pt x="1447800" y="4833257"/>
                </a:cubicBezTo>
                <a:cubicBezTo>
                  <a:pt x="1451429" y="4855028"/>
                  <a:pt x="1448815" y="4878830"/>
                  <a:pt x="1458686" y="4898571"/>
                </a:cubicBezTo>
                <a:cubicBezTo>
                  <a:pt x="1467866" y="4916930"/>
                  <a:pt x="1487715" y="4927600"/>
                  <a:pt x="1502229" y="4942114"/>
                </a:cubicBezTo>
                <a:cubicBezTo>
                  <a:pt x="1509486" y="4949371"/>
                  <a:pt x="1515461" y="4958193"/>
                  <a:pt x="1524000" y="4963886"/>
                </a:cubicBezTo>
                <a:cubicBezTo>
                  <a:pt x="1682956" y="5069858"/>
                  <a:pt x="1563162" y="5006585"/>
                  <a:pt x="1926771" y="5018314"/>
                </a:cubicBezTo>
                <a:cubicBezTo>
                  <a:pt x="1934624" y="5019885"/>
                  <a:pt x="1999510" y="5030522"/>
                  <a:pt x="2013857" y="5040086"/>
                </a:cubicBezTo>
                <a:cubicBezTo>
                  <a:pt x="2016876" y="5042099"/>
                  <a:pt x="2032000" y="5058229"/>
                  <a:pt x="2035629" y="5061857"/>
                </a:cubicBezTo>
                <a:cubicBezTo>
                  <a:pt x="2032000" y="5003800"/>
                  <a:pt x="2032603" y="4945323"/>
                  <a:pt x="2024743" y="4887686"/>
                </a:cubicBezTo>
                <a:cubicBezTo>
                  <a:pt x="2021642" y="4864947"/>
                  <a:pt x="2010228" y="4844143"/>
                  <a:pt x="2002971" y="4822371"/>
                </a:cubicBezTo>
                <a:cubicBezTo>
                  <a:pt x="1999342" y="4811485"/>
                  <a:pt x="1994336" y="4800966"/>
                  <a:pt x="1992086" y="4789714"/>
                </a:cubicBezTo>
                <a:cubicBezTo>
                  <a:pt x="1988457" y="4771571"/>
                  <a:pt x="1987697" y="4752610"/>
                  <a:pt x="1981200" y="4735286"/>
                </a:cubicBezTo>
                <a:cubicBezTo>
                  <a:pt x="1976606" y="4723036"/>
                  <a:pt x="1965280" y="4714331"/>
                  <a:pt x="1959429" y="4702629"/>
                </a:cubicBezTo>
                <a:cubicBezTo>
                  <a:pt x="1954297" y="4692366"/>
                  <a:pt x="1952172" y="4680857"/>
                  <a:pt x="1948543" y="4669971"/>
                </a:cubicBezTo>
                <a:close/>
                <a:moveTo>
                  <a:pt x="0" y="0"/>
                </a:moveTo>
                <a:lnTo>
                  <a:pt x="9459686" y="0"/>
                </a:lnTo>
                <a:lnTo>
                  <a:pt x="9459686" y="5198870"/>
                </a:lnTo>
                <a:lnTo>
                  <a:pt x="4221370" y="5198870"/>
                </a:lnTo>
                <a:lnTo>
                  <a:pt x="4223659" y="5176158"/>
                </a:lnTo>
                <a:cubicBezTo>
                  <a:pt x="4223659" y="4704215"/>
                  <a:pt x="3841072" y="4321629"/>
                  <a:pt x="3369129" y="4321629"/>
                </a:cubicBezTo>
                <a:cubicBezTo>
                  <a:pt x="2897186" y="4321629"/>
                  <a:pt x="2514600" y="4704215"/>
                  <a:pt x="2514600" y="5176158"/>
                </a:cubicBezTo>
                <a:lnTo>
                  <a:pt x="2516890" y="5198870"/>
                </a:lnTo>
                <a:lnTo>
                  <a:pt x="0" y="5198870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7065" y="1339851"/>
            <a:ext cx="5733029" cy="29339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950"/>
              <a:t>Scrum 3 Team Project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6E1A7C-A9E7-4BB0-AD38-5060AA3E1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15103"/>
            <a:ext cx="9144000" cy="14856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906" y="4756402"/>
            <a:ext cx="7596188" cy="4442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100" cap="all" dirty="0">
                <a:solidFill>
                  <a:schemeClr val="accent2"/>
                </a:solidFill>
              </a:rPr>
              <a:t>CRUD AJAJ-PHP-MySQL Web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rPr dirty="0"/>
              <a:t>Team Members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rmAutofit/>
          </a:bodyPr>
          <a:lstStyle/>
          <a:p>
            <a:r>
              <a:rPr sz="2400" dirty="0"/>
              <a:t>Devon Leedy</a:t>
            </a:r>
          </a:p>
          <a:p>
            <a:r>
              <a:rPr lang="en-US" sz="2400"/>
              <a:t>Tristan </a:t>
            </a:r>
            <a:r>
              <a:rPr lang="en-US" sz="2400" dirty="0"/>
              <a:t>Lake</a:t>
            </a:r>
          </a:p>
          <a:p>
            <a:r>
              <a:rPr lang="en-US" sz="2400" dirty="0"/>
              <a:t>Jeremy Kirkpatrick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857250"/>
            <a:ext cx="6633872" cy="51435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232807"/>
            <a:ext cx="5551714" cy="1020536"/>
          </a:xfrm>
        </p:spPr>
        <p:txBody>
          <a:bodyPr>
            <a:normAutofit/>
          </a:bodyPr>
          <a:lstStyle/>
          <a:p>
            <a:r>
              <a:rPr lang="en-US"/>
              <a:t>Assignment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253343"/>
            <a:ext cx="5551714" cy="2544083"/>
          </a:xfrm>
        </p:spPr>
        <p:txBody>
          <a:bodyPr>
            <a:normAutofit/>
          </a:bodyPr>
          <a:lstStyle/>
          <a:p>
            <a:r>
              <a:t>- Build a CRUD Web Service</a:t>
            </a:r>
          </a:p>
          <a:p>
            <a:r>
              <a:t>- Use PHP (OOP)</a:t>
            </a:r>
          </a:p>
          <a:p>
            <a:r>
              <a:t>- Connect to MySQL</a:t>
            </a:r>
          </a:p>
          <a:p>
            <a:r>
              <a:t>- Return JSON via API</a:t>
            </a:r>
          </a:p>
          <a:p>
            <a:r>
              <a:t>- Use AJAJ (AJAX + JSON)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19429C-BEB8-4FAF-179D-4E6886DDA9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84005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6593" y="639097"/>
            <a:ext cx="4944806" cy="1612490"/>
          </a:xfrm>
        </p:spPr>
        <p:txBody>
          <a:bodyPr>
            <a:normAutofit/>
          </a:bodyPr>
          <a:lstStyle/>
          <a:p>
            <a:r>
              <a:rPr lang="en-US"/>
              <a:t>Project Structure</a:t>
            </a:r>
          </a:p>
        </p:txBody>
      </p:sp>
      <p:pic>
        <p:nvPicPr>
          <p:cNvPr id="13" name="Picture 12" descr="Top view of cubes connected with black lines">
            <a:extLst>
              <a:ext uri="{FF2B5EF4-FFF2-40B4-BE49-F238E27FC236}">
                <a16:creationId xmlns:a16="http://schemas.microsoft.com/office/drawing/2014/main" id="{54DECA78-7E52-9444-8105-2FB73917C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49" r="26027"/>
          <a:stretch>
            <a:fillRect/>
          </a:stretch>
        </p:blipFill>
        <p:spPr>
          <a:xfrm>
            <a:off x="20" y="975"/>
            <a:ext cx="3476986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6593" y="1769806"/>
            <a:ext cx="4944806" cy="3972232"/>
          </a:xfrm>
        </p:spPr>
        <p:txBody>
          <a:bodyPr>
            <a:normAutofit/>
          </a:bodyPr>
          <a:lstStyle/>
          <a:p>
            <a:r>
              <a:rPr dirty="0"/>
              <a:t>Scrum3_Team_3</a:t>
            </a:r>
          </a:p>
          <a:p>
            <a:r>
              <a:rPr dirty="0"/>
              <a:t>- Provider_3 (Backend)</a:t>
            </a:r>
          </a:p>
          <a:p>
            <a:r>
              <a:rPr dirty="0"/>
              <a:t>- Client_3 (Frontend)</a:t>
            </a:r>
          </a:p>
          <a:p>
            <a:r>
              <a:rPr dirty="0"/>
              <a:t>- Classes, API, Testers, SQL, Diagrams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Database Design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E190C0C-D599-5401-2849-91ACA53B62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1796500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857250"/>
            <a:ext cx="6633872" cy="51435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232807"/>
            <a:ext cx="5551714" cy="1020536"/>
          </a:xfrm>
        </p:spPr>
        <p:txBody>
          <a:bodyPr>
            <a:normAutofit/>
          </a:bodyPr>
          <a:lstStyle/>
          <a:p>
            <a:r>
              <a:rPr lang="en-US"/>
              <a:t>Backend (Provider_3)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253343"/>
            <a:ext cx="5551714" cy="2544083"/>
          </a:xfrm>
        </p:spPr>
        <p:txBody>
          <a:bodyPr>
            <a:normAutofit/>
          </a:bodyPr>
          <a:lstStyle/>
          <a:p>
            <a:r>
              <a:t>- DB class (connection)</a:t>
            </a:r>
          </a:p>
          <a:p>
            <a:r>
              <a:t>- CRUD functions (Insert, Read, Update, Delete)</a:t>
            </a:r>
          </a:p>
          <a:p>
            <a:r>
              <a:t>- Separate classes per table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API Layer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09D2C0-E642-79E3-CCDF-62E3D4802C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513523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0" y="609600"/>
            <a:ext cx="3860797" cy="1641987"/>
          </a:xfrm>
        </p:spPr>
        <p:txBody>
          <a:bodyPr>
            <a:normAutofit/>
          </a:bodyPr>
          <a:lstStyle/>
          <a:p>
            <a:r>
              <a:rPr lang="en-US"/>
              <a:t>Frontend (Client_3)</a:t>
            </a:r>
          </a:p>
        </p:txBody>
      </p:sp>
      <p:pic>
        <p:nvPicPr>
          <p:cNvPr id="13" name="Picture 12" descr="Computer script on a screen">
            <a:extLst>
              <a:ext uri="{FF2B5EF4-FFF2-40B4-BE49-F238E27FC236}">
                <a16:creationId xmlns:a16="http://schemas.microsoft.com/office/drawing/2014/main" id="{9497D1E0-9AE6-B8A7-A3EF-DE0F93E66E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64" r="47636" b="-2"/>
          <a:stretch>
            <a:fillRect/>
          </a:stretch>
        </p:blipFill>
        <p:spPr>
          <a:xfrm>
            <a:off x="20" y="975"/>
            <a:ext cx="457198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2251587"/>
            <a:ext cx="3860797" cy="3637935"/>
          </a:xfrm>
        </p:spPr>
        <p:txBody>
          <a:bodyPr>
            <a:normAutofit/>
          </a:bodyPr>
          <a:lstStyle/>
          <a:p>
            <a:r>
              <a:t>- index.html</a:t>
            </a:r>
          </a:p>
          <a:p>
            <a:r>
              <a:t>- Uses JavaScript (AJAX)</a:t>
            </a:r>
          </a:p>
          <a:p>
            <a:r>
              <a:t>- Calls API</a:t>
            </a:r>
          </a:p>
          <a:p>
            <a:r>
              <a:t>- Displays results using innerHTML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857250"/>
            <a:ext cx="6633872" cy="51435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232807"/>
            <a:ext cx="5551714" cy="1020536"/>
          </a:xfrm>
        </p:spPr>
        <p:txBody>
          <a:bodyPr>
            <a:normAutofit/>
          </a:bodyPr>
          <a:lstStyle/>
          <a:p>
            <a:r>
              <a:t>Testers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253343"/>
            <a:ext cx="5551714" cy="2544083"/>
          </a:xfrm>
        </p:spPr>
        <p:txBody>
          <a:bodyPr>
            <a:normAutofit/>
          </a:bodyPr>
          <a:lstStyle/>
          <a:p>
            <a:r>
              <a:t>- Located in Provider_3/Testers</a:t>
            </a:r>
          </a:p>
          <a:p>
            <a:r>
              <a:t>- Test all CRUD operations</a:t>
            </a:r>
          </a:p>
          <a:p>
            <a:r>
              <a:t>- Display JSON outputs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9354" y="643463"/>
            <a:ext cx="2780072" cy="1608124"/>
          </a:xfrm>
        </p:spPr>
        <p:txBody>
          <a:bodyPr>
            <a:normAutofit/>
          </a:bodyPr>
          <a:lstStyle/>
          <a:p>
            <a:r>
              <a:t>UML Diagrams</a:t>
            </a:r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DC2A4AFA-3597-3929-9A9A-9EA2E7BCBC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13" r="12889" b="-1"/>
          <a:stretch>
            <a:fillRect/>
          </a:stretch>
        </p:blipFill>
        <p:spPr>
          <a:xfrm>
            <a:off x="20" y="975"/>
            <a:ext cx="566468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9353" y="1926847"/>
            <a:ext cx="2780072" cy="3972232"/>
          </a:xfrm>
        </p:spPr>
        <p:txBody>
          <a:bodyPr>
            <a:normAutofit/>
          </a:bodyPr>
          <a:lstStyle/>
          <a:p>
            <a:r>
              <a:rPr dirty="0"/>
              <a:t>- DB class</a:t>
            </a:r>
          </a:p>
          <a:p>
            <a:r>
              <a:rPr dirty="0"/>
              <a:t>- Director class</a:t>
            </a:r>
          </a:p>
          <a:p>
            <a:r>
              <a:rPr dirty="0"/>
              <a:t>- Movie class</a:t>
            </a:r>
          </a:p>
          <a:p>
            <a:r>
              <a:rPr dirty="0"/>
              <a:t>- Review class</a:t>
            </a:r>
          </a:p>
          <a:p>
            <a:r>
              <a:rPr dirty="0"/>
              <a:t>- Shows relationships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2C9919-19E2-7AA2-A723-4B395056C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" y="0"/>
            <a:ext cx="2765321" cy="3834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1AB31B-B4FB-D41A-334B-FFF849146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5342" y="-15956"/>
            <a:ext cx="2899365" cy="38659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8A7EB3-DFA2-9AAC-9E63-85F4FE1F7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3834032"/>
            <a:ext cx="2765342" cy="3040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FF2658-FFA8-6975-C891-4A5A910985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4950" y="3829207"/>
            <a:ext cx="2909757" cy="30457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How to Test the System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EA5C62-AF8E-55D9-1824-E96A1B145D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3868810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284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2381" y="0"/>
            <a:ext cx="9141618" cy="2284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653142"/>
            <a:ext cx="7598568" cy="1219200"/>
          </a:xfrm>
        </p:spPr>
        <p:txBody>
          <a:bodyPr>
            <a:normAutofit/>
          </a:bodyPr>
          <a:lstStyle/>
          <a:p>
            <a:pPr algn="ctr"/>
            <a:r>
              <a:rPr lang="en-US" sz="3800">
                <a:solidFill>
                  <a:srgbClr val="FFFFFF"/>
                </a:solidFill>
              </a:rPr>
              <a:t>Debugging Methods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7DC671C-A984-AA09-3694-9FD87DE4B6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3915985"/>
              </p:ext>
            </p:extLst>
          </p:nvPr>
        </p:nvGraphicFramePr>
        <p:xfrm>
          <a:off x="771525" y="2743200"/>
          <a:ext cx="7598568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rPr lang="en-US"/>
              <a:t>Challenges &amp; Solutions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rmAutofit/>
          </a:bodyPr>
          <a:lstStyle/>
          <a:p>
            <a:r>
              <a:t>- Connecting frontend to API</a:t>
            </a:r>
          </a:p>
          <a:p>
            <a:r>
              <a:t>- Fixing JSON formatting</a:t>
            </a:r>
          </a:p>
          <a:p>
            <a:r>
              <a:t>- Handling CRUD properly</a:t>
            </a:r>
          </a:p>
          <a:p>
            <a:r>
              <a:t>Solution: Step-by-step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 full CRUD Web Service</a:t>
            </a:r>
          </a:p>
          <a:p>
            <a:r>
              <a:t>Learned backend + frontend integration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16</TotalTime>
  <Words>318</Words>
  <Application>Microsoft Office PowerPoint</Application>
  <PresentationFormat>On-screen Show (4:3)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Celestial</vt:lpstr>
      <vt:lpstr>Scrum 3 Team Project</vt:lpstr>
      <vt:lpstr>Team Members</vt:lpstr>
      <vt:lpstr>Assignment Goals</vt:lpstr>
      <vt:lpstr>Technologies Used</vt:lpstr>
      <vt:lpstr>Project Structure</vt:lpstr>
      <vt:lpstr>Database Design</vt:lpstr>
      <vt:lpstr>Backend (Provider_3)</vt:lpstr>
      <vt:lpstr>API Layer</vt:lpstr>
      <vt:lpstr>Frontend (Client_3)</vt:lpstr>
      <vt:lpstr>Testers</vt:lpstr>
      <vt:lpstr>UML Diagrams</vt:lpstr>
      <vt:lpstr>How to Test the System</vt:lpstr>
      <vt:lpstr>Debugging Methods</vt:lpstr>
      <vt:lpstr>Challenges &amp; Solutions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Jeremy James</cp:lastModifiedBy>
  <cp:revision>7</cp:revision>
  <dcterms:created xsi:type="dcterms:W3CDTF">2013-01-27T09:14:16Z</dcterms:created>
  <dcterms:modified xsi:type="dcterms:W3CDTF">2026-03-30T00:43:21Z</dcterms:modified>
  <cp:category/>
</cp:coreProperties>
</file>