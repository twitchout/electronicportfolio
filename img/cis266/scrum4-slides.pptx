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SOCKET.IO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Voting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Node.js · Express · Socket.IO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266  ·  Team Project  ·  Tristan Lake, Devon Leedy, Jeremy Kirkpatrick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Goal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real-time voting system where users can vote on a question and see results update instantly for everyone — without refreshing the page.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vote question displayed on page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answer choices (buttons)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update live for all connected users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progress bars for 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animation on each update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Poll for all clients at once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refresh required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 that executes JavaScript on the server side. Powers the backend of the entire application.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743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web framework for Node.js. Serves the static front-end files (HTML, CSS, JS) to the browser.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143000"/>
            <a:ext cx="2743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143000"/>
            <a:ext cx="274320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Socket.IO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real-time, bidirectional communication between server and clients over a persistent WebSocket connection.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Architecture  (server.js)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754880" cy="3749040"/>
          </a:xfrm>
          <a:prstGeom prst="rect">
            <a:avLst/>
          </a:prstGeom>
          <a:solidFill>
            <a:srgbClr val="0F1E2E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(server);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 JS: 0, Python: 0, ...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.on(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"connection"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(socket)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socket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.emit(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"updateResults"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votes);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socket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.on(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"vote"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(choice)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votes[choice]++;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io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.emit(</a:t>
            </a: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"updateResults"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votes);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051560"/>
            <a:ext cx="3474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32120" y="11064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32120" y="13990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http.createServer() + Socket.IO all share one server instance.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965960"/>
            <a:ext cx="3474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32120" y="2020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Shared State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23134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stored in a plain object in server memory, shared across all clients.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880360"/>
            <a:ext cx="3474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2935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New Joiner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3227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socket.emit sends current vote counts only to the newly connected client.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3794760"/>
            <a:ext cx="3474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38496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Broadcast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41422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io.emit pushes updated results to every connected client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Side  (script.js)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457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Connect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2560320" cy="54864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7099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socket = io();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Socket.IO client library auto-served at /socket.io/socket.io.js opens a WebSocket back to the server.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1704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🗳️  Send Vote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7560" y="1664208"/>
            <a:ext cx="2560320" cy="54864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10712" y="17099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socket.emit("vote", choice);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button fires a 'vote' event to the server with the chosen option as the payload.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4320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1704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Receive &amp; Render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1664208"/>
            <a:ext cx="2560320" cy="54864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36792" y="17099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socket.on("updateResults", fn);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the server broadcasts results. Calculates percentages, builds bar elements, injects into DOM.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Flash Animation: results div briefly turns yellow on every update — immediate visual feedback for users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Flow —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82880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Clicks 'Python'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039112"/>
            <a:ext cx="1682496" cy="59436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socket.emit("vote","Python")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892808"/>
            <a:ext cx="256032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50008" y="1828800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82880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325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Receives Event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42032" y="2039112"/>
            <a:ext cx="1682496" cy="59436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votes["Python"]++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892808"/>
            <a:ext cx="256032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44568" y="1828800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82880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325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Broadcasts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36592" y="2039112"/>
            <a:ext cx="1682496" cy="59436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io.emit("updateResults", votes)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892808"/>
            <a:ext cx="256032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39128" y="1828800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1234440"/>
            <a:ext cx="1828800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1325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Clients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Re-render Bars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31152" y="2039112"/>
            <a:ext cx="1682496" cy="594360"/>
          </a:xfrm>
          <a:prstGeom prst="rect">
            <a:avLst/>
          </a:prstGeom>
          <a:solidFill>
            <a:srgbClr val="0F1E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update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simultaneously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This Matters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HTTP: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 → Server responds → Page must reload to see new data.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 connection. Server pushes updates the instant they happen — all clients update simultaneously with zero polling.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Debugging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457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Multi-Browser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in two or more browser tabs/windows. Vote in one — confirm all others update instantly without refreshing.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1148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73752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Browser DevTools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73752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tab → WS filter to watch WebSocket frames in real time. Console logs help trace event payloads on the client side.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41148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8803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Server Console Logs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" y="32918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console.log inside socket.on handlers to verify the server is receiving events and the vote object is updating correctly.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788920"/>
            <a:ext cx="41148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28803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Guard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3752" y="32918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votes.hasOwnProperty(choice) prevents clients from injecting arbitrary keys into the votes object — always validate server-side.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 Met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4241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Socket.IO for real-time communication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4241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socket.emit / socket.on replace HTTP polling with a persistent WebSocket connection.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79222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events from client to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9222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Button clicks trigger socket.emit('vote', choice) — the core client→server flow.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5420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data to all connected clients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io.emit('updateResults', votes) pushes to every active connection simultaneously.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3649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2918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web page dynamically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socket.on handler recalculates percentages and rebuilds bar elements in the DOM on each update.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1148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04164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collaboratively as a team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404164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Project divided into server logic, client logic, UI/CSS, and testing &amp;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Voting System  ·  Node.js · Express · Socket.IO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798</Words>
  <Application>Microsoft Office PowerPoint</Application>
  <PresentationFormat>On-screen Show (16:9)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Voting System — Socket.IO</dc:title>
  <dc:subject>PptxGenJS Presentation</dc:subject>
  <dc:creator>PptxGenJS</dc:creator>
  <cp:lastModifiedBy>Jeremy James</cp:lastModifiedBy>
  <cp:revision>2</cp:revision>
  <dcterms:created xsi:type="dcterms:W3CDTF">2026-05-02T01:36:40Z</dcterms:created>
  <dcterms:modified xsi:type="dcterms:W3CDTF">2026-05-02T01:40:01Z</dcterms:modified>
</cp:coreProperties>
</file>